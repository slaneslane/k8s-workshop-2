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82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76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7.xml" ContentType="application/vnd.openxmlformats-officedocument.presentationml.slide+xml"/>
  <Override PartName="/ppt/slides/slide109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  <p:sldId id="370" r:id="rId1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slide" Target="slides/slide114.xml"/><Relationship Id="rId119" Type="http://schemas.openxmlformats.org/officeDocument/2006/relationships/slide" Target="slides/slide115.xml"/><Relationship Id="rId1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0D5307F-635A-4BE5-A9BB-F937B6D147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CC00A6-136F-44A9-A493-7BC386D33C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F98FC3-7249-4DD8-AEC8-ADFE965C6E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DA3E81-C0F8-4BFB-B3A2-94C5021207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73D477-58AD-426D-9FCE-9119AA657A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4BEA15-F5F1-4A74-A336-BE6549C70F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ADADEF-B8F9-4C6A-954B-75E730BBCC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F7176B-2681-4341-9095-8C510256E3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9F9D7B-01B4-42C0-B920-EBD3106B0F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09D231-4261-4F04-90FD-01A6B519C2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D48B14-DFB2-4BC7-ABD9-D7DDEB5000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FAD391-8A81-4002-ABCC-5BB143B4F6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6545A5-FB19-4D49-8215-C0424236BD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6034EC-3AD1-46D1-85F6-32E369D94A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3B597C-C3BE-4AB1-96DD-400A84BC46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B1CFE7-805C-4B6B-BF7A-E0942C2B5A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E80A68-E4B9-4392-8894-D16D9D8FE1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6BB2DA-0976-4B58-846C-50324179C6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EDF06D-3EC2-47CA-B22E-D44586EE84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804060-E9EF-4916-BCF0-55B86CDA19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22E3FD-E7ED-4FF2-8C0B-3A849D3B20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D5CEC1-95FD-4E02-A211-DEBCF027E4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F65323-3C0C-479B-99F8-727B9358B8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2A26CD-CE90-4BED-9881-30BF193B51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8A6FFF-FE87-4D76-ABC7-43A23F5DBF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B39CFD-A2E5-4104-8940-D45DC20C7F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361557-76F7-4E47-8E52-C5462C3263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6F0161-86AB-4697-BF44-236F650E3D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382B2E-EDFB-4C0A-9709-BFE70A70AB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7EAD3E-7699-409F-8300-E9A063A607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FDA415-A214-4141-B0B2-A5F490B19D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03169C-4053-4F1D-9BCF-1D557A1CA7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DE42FE-99FD-4507-881A-44B39FC03D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6B0E61-34ED-4EB4-9D55-A29A7C8087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F48A30-14E9-405D-8923-0F4CA6C5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18A62D-94BC-4F1B-9B45-AD415D944E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D571CC-758F-44B8-A653-5F8CC60EBC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6C9BE7-535E-423F-A9EB-9D207C8898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7D301D-407D-475B-B5D5-39339E9B34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6DD06B-6BB9-48B0-B39B-C86A2033F3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BD5087-1FD2-4ECB-80DA-DBC0FE2DDF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950216-5102-427C-9FF0-078C9E17E3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085A95-D1E1-4C98-879B-149A202244D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02439F-54FA-44A0-BD74-49502E2B86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049049-E2DB-4B4A-804F-AB6B9B380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2D6BD9-4C4A-4253-9F78-05CF4C8D8E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EDBBA1-A68C-423E-844F-1471ABD645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71025B-899D-4F08-90EA-FCBCB53627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FFA617-C921-41AB-913D-0B1086E3F3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F55213-1C4B-4584-BBF8-1878C83C9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A139C8-E5E4-4183-944F-7C4341A093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F8E7BA-3A95-45ED-A89F-97E71E1D59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47A86C-CE6D-4573-8064-FE02A28E54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478E2C-BA26-4B4B-8124-7D977D12C5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6BB9BA-81A6-4B98-B223-7574BEA873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D1FC92-3592-439B-8E82-BC613C613C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BB4697-4547-4FC4-BA4A-F0405EA801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A7A927-70A1-410C-A969-CE298406B4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9BF6E-403A-4438-931A-B80E40EFCA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92E011-0BC1-4036-8E64-2FD29C8560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24FD98-54F7-4AEE-9140-1466396CC3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CD39C2-CD0D-4D2B-AF82-856233CE20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3442CB-FD17-4328-85FD-42E555A297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779F35-F9B2-43EC-97E2-91D0A33646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811437-7377-4861-ACF6-F29FAAC7BE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DF780-4917-4D8C-BE29-2B2F58A9A6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32A7D6-6E91-4E98-9337-4D1850F796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426590-B226-43D3-A064-4DFF2C189C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E736F-1898-4CC0-BA29-A3CB6464D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73A963-899E-4258-A396-216BF0EA02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7C781D-C36C-460D-ADA8-76234F386B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D373FC-8DED-42AE-8A91-71E6E933EF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2D8600-C6A7-4F1D-B51B-5FA71797662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8C256B-58C6-4EF9-98FD-3429B8508C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BC1D99-8D9C-4014-9E9D-F2426701C7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27C620-2E79-4378-9F27-02A1CCAF3C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27E11A-072D-496A-A0B6-E014D8EF82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914BC4-DCC9-40D5-BCCD-46F66EEA49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02B331-35FF-403A-B5DA-69E2B24EFE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64B4DE-3C79-4A2D-A8AB-C279FE1052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085333-2104-4A5D-9F34-1925956D28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D6DF4D-FDB5-446F-BD1C-80A6E7C516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AC1E54-0DB6-4DB8-9195-E92038FF54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23FAE6-B617-4E97-9D18-24DC0A005F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87511E-F705-4389-AE97-FEA72B3517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E8C647-C747-40B4-9F84-2E0172BEE2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1DC987-CEF4-43C7-92F7-A5132AACB5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B7FC2C-704F-49FD-979D-249C9F6E89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3907CA-DF5F-4C44-8A1F-0429B4B362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7A8E70-BF89-489B-8A57-74B3EFC7A2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3FA744-D637-4FC4-BA9F-126E3AF342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1EF012-3294-4132-AB5B-E2CBC6786A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40DFF9-CC43-43A0-B0C0-4822A6029D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F4AAD0-B97E-43ED-9450-79AF74834E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5DEBAF-7CF9-494C-B1D4-C6D7C38E16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D279E6-5C31-4140-8C5B-435923BDA3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9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40A97B-775C-4A24-AA8A-145E5188AD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2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7B8B6E-E7FC-44D5-895D-84578113B9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5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9B7D49-DD70-4FFA-AD65-E285DCE80E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4781E3-E14D-47D8-B8BC-5855AD98B6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1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45E6FE-F0E4-40B9-8BAB-0E5D5116F5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CC4B54-4028-4C4A-AC09-3B662A11C3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29080E-E663-49D2-A6B6-610CA04E96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3FCA80-FFCD-41B7-A667-7F9C0C9350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3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0F6EC-3302-450D-99A3-E84D3765E3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6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D57B19-EA98-40D1-B16C-88BB98AA52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9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7C94F5-DC95-41AA-A161-1ADD39B040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9E8248-7DB8-4A4D-B22A-581B44E3C9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164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4E2DFF-FB50-4DA7-9B8C-BA6B13D178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hyperlink" Target="http://localhost:8081/stress/memory?mib=25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560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6880" cy="3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088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03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0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160" cy="498204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7880" cy="498204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4440" cy="25452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82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000" cy="25452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68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2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0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</a:t>
            </a: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4400" cy="43740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1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3920" cy="34279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5840" cy="4561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040" cy="3618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788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5880" cy="4561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3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44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44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876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87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0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0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2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2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58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58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1320" cy="173448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8840" cy="14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897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1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284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440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16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772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03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64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200" cy="95724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18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740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4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1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7720" cy="182628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7880" cy="15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66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092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09560" cy="109476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08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7640" cy="7477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78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09560"/>
            <a:ext cx="4935240" cy="159804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2760" cy="15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78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636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62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76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16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5880" cy="54648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0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2400" cy="13694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699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052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1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340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484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3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164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1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2440" cy="1414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8996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04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2680" cy="59184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20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56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0920" cy="52776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8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18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19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45"/>
          <p:cNvSpPr/>
          <p:nvPr/>
        </p:nvSpPr>
        <p:spPr>
          <a:xfrm>
            <a:off x="533160" y="304560"/>
            <a:ext cx="849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Entering Containers (Docker vs Kubernetes)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6"/>
          <p:cNvSpPr/>
          <p:nvPr/>
        </p:nvSpPr>
        <p:spPr>
          <a:xfrm>
            <a:off x="609480" y="990360"/>
            <a:ext cx="6891840" cy="788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&lt;container&gt;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docker exec -it &lt;container&gt;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docker-app-1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Kubernetes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exec -it deploy/flask-app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Distroless images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No shell available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Use: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logs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describe pod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debug &lt;pod&gt; -it --image=busybox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2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94360" y="1051560"/>
            <a:ext cx="4568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67000" y="1508760"/>
            <a:ext cx="987192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9"/>
          <p:cNvSpPr/>
          <p:nvPr/>
        </p:nvSpPr>
        <p:spPr>
          <a:xfrm>
            <a:off x="603360" y="2331720"/>
            <a:ext cx="96890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7"/>
          <p:cNvSpPr/>
          <p:nvPr/>
        </p:nvSpPr>
        <p:spPr>
          <a:xfrm>
            <a:off x="914400" y="3794760"/>
            <a:ext cx="191664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4"/>
          <p:cNvSpPr/>
          <p:nvPr/>
        </p:nvSpPr>
        <p:spPr>
          <a:xfrm>
            <a:off x="987480" y="3940920"/>
            <a:ext cx="17704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3"/>
          <p:cNvSpPr/>
          <p:nvPr/>
        </p:nvSpPr>
        <p:spPr>
          <a:xfrm>
            <a:off x="4160520" y="3794760"/>
            <a:ext cx="209952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5"/>
          <p:cNvSpPr/>
          <p:nvPr/>
        </p:nvSpPr>
        <p:spPr>
          <a:xfrm>
            <a:off x="4233600" y="3940920"/>
            <a:ext cx="1953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6"/>
          <p:cNvSpPr/>
          <p:nvPr/>
        </p:nvSpPr>
        <p:spPr>
          <a:xfrm>
            <a:off x="7589520" y="3794760"/>
            <a:ext cx="219096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7662600" y="3940920"/>
            <a:ext cx="2044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10744200" y="3794760"/>
            <a:ext cx="91080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7"/>
          <p:cNvSpPr/>
          <p:nvPr/>
        </p:nvSpPr>
        <p:spPr>
          <a:xfrm>
            <a:off x="10817280" y="3940920"/>
            <a:ext cx="764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3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4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8"/>
          <p:cNvSpPr/>
          <p:nvPr/>
        </p:nvSpPr>
        <p:spPr>
          <a:xfrm>
            <a:off x="502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1"/>
          <p:cNvSpPr/>
          <p:nvPr/>
        </p:nvSpPr>
        <p:spPr>
          <a:xfrm>
            <a:off x="576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0"/>
          <p:cNvSpPr/>
          <p:nvPr/>
        </p:nvSpPr>
        <p:spPr>
          <a:xfrm>
            <a:off x="25146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2"/>
          <p:cNvSpPr/>
          <p:nvPr/>
        </p:nvSpPr>
        <p:spPr>
          <a:xfrm>
            <a:off x="25876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1"/>
          <p:cNvSpPr/>
          <p:nvPr/>
        </p:nvSpPr>
        <p:spPr>
          <a:xfrm>
            <a:off x="4498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3"/>
          <p:cNvSpPr/>
          <p:nvPr/>
        </p:nvSpPr>
        <p:spPr>
          <a:xfrm>
            <a:off x="4572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2"/>
          <p:cNvSpPr/>
          <p:nvPr/>
        </p:nvSpPr>
        <p:spPr>
          <a:xfrm>
            <a:off x="647388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4"/>
          <p:cNvSpPr/>
          <p:nvPr/>
        </p:nvSpPr>
        <p:spPr>
          <a:xfrm>
            <a:off x="654696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4582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5"/>
          <p:cNvSpPr/>
          <p:nvPr/>
        </p:nvSpPr>
        <p:spPr>
          <a:xfrm>
            <a:off x="85312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4"/>
          <p:cNvSpPr/>
          <p:nvPr/>
        </p:nvSpPr>
        <p:spPr>
          <a:xfrm>
            <a:off x="104515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6"/>
          <p:cNvSpPr/>
          <p:nvPr/>
        </p:nvSpPr>
        <p:spPr>
          <a:xfrm>
            <a:off x="105246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7"/>
          <p:cNvSpPr/>
          <p:nvPr/>
        </p:nvSpPr>
        <p:spPr>
          <a:xfrm>
            <a:off x="822960" y="4617720"/>
            <a:ext cx="106034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5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6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47"/>
          <p:cNvSpPr/>
          <p:nvPr/>
        </p:nvSpPr>
        <p:spPr>
          <a:xfrm>
            <a:off x="6400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1"/>
          <p:cNvSpPr/>
          <p:nvPr/>
        </p:nvSpPr>
        <p:spPr>
          <a:xfrm>
            <a:off x="9144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62"/>
          <p:cNvSpPr/>
          <p:nvPr/>
        </p:nvSpPr>
        <p:spPr>
          <a:xfrm>
            <a:off x="9144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8"/>
          <p:cNvSpPr/>
          <p:nvPr/>
        </p:nvSpPr>
        <p:spPr>
          <a:xfrm>
            <a:off x="45262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3"/>
          <p:cNvSpPr/>
          <p:nvPr/>
        </p:nvSpPr>
        <p:spPr>
          <a:xfrm>
            <a:off x="48006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4"/>
          <p:cNvSpPr/>
          <p:nvPr/>
        </p:nvSpPr>
        <p:spPr>
          <a:xfrm>
            <a:off x="48006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49"/>
          <p:cNvSpPr/>
          <p:nvPr/>
        </p:nvSpPr>
        <p:spPr>
          <a:xfrm>
            <a:off x="84124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5"/>
          <p:cNvSpPr/>
          <p:nvPr/>
        </p:nvSpPr>
        <p:spPr>
          <a:xfrm>
            <a:off x="86868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6"/>
          <p:cNvSpPr/>
          <p:nvPr/>
        </p:nvSpPr>
        <p:spPr>
          <a:xfrm>
            <a:off x="86868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67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8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9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52"/>
          <p:cNvSpPr/>
          <p:nvPr/>
        </p:nvSpPr>
        <p:spPr>
          <a:xfrm>
            <a:off x="685800" y="1600200"/>
            <a:ext cx="5574240" cy="237384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0"/>
          <p:cNvSpPr/>
          <p:nvPr/>
        </p:nvSpPr>
        <p:spPr>
          <a:xfrm>
            <a:off x="822960" y="1719000"/>
            <a:ext cx="5299920" cy="21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53"/>
          <p:cNvSpPr/>
          <p:nvPr/>
        </p:nvSpPr>
        <p:spPr>
          <a:xfrm>
            <a:off x="6720840" y="1600200"/>
            <a:ext cx="4705560" cy="237384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1"/>
          <p:cNvSpPr/>
          <p:nvPr/>
        </p:nvSpPr>
        <p:spPr>
          <a:xfrm>
            <a:off x="7040880" y="1828800"/>
            <a:ext cx="4111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2"/>
          <p:cNvSpPr/>
          <p:nvPr/>
        </p:nvSpPr>
        <p:spPr>
          <a:xfrm>
            <a:off x="7040880" y="2423160"/>
            <a:ext cx="401976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4"/>
          <p:cNvSpPr/>
          <p:nvPr/>
        </p:nvSpPr>
        <p:spPr>
          <a:xfrm>
            <a:off x="7040880" y="4069080"/>
            <a:ext cx="14594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3"/>
          <p:cNvSpPr/>
          <p:nvPr/>
        </p:nvSpPr>
        <p:spPr>
          <a:xfrm>
            <a:off x="7113960" y="4142160"/>
            <a:ext cx="1313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5"/>
          <p:cNvSpPr/>
          <p:nvPr/>
        </p:nvSpPr>
        <p:spPr>
          <a:xfrm>
            <a:off x="8641080" y="406908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4"/>
          <p:cNvSpPr/>
          <p:nvPr/>
        </p:nvSpPr>
        <p:spPr>
          <a:xfrm>
            <a:off x="8714160" y="414216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6"/>
          <p:cNvSpPr/>
          <p:nvPr/>
        </p:nvSpPr>
        <p:spPr>
          <a:xfrm>
            <a:off x="10195560" y="4069080"/>
            <a:ext cx="104796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5"/>
          <p:cNvSpPr/>
          <p:nvPr/>
        </p:nvSpPr>
        <p:spPr>
          <a:xfrm>
            <a:off x="10268640" y="4142160"/>
            <a:ext cx="90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7"/>
          <p:cNvSpPr/>
          <p:nvPr/>
        </p:nvSpPr>
        <p:spPr>
          <a:xfrm>
            <a:off x="685800" y="4892040"/>
            <a:ext cx="5574240" cy="59076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6"/>
          <p:cNvSpPr/>
          <p:nvPr/>
        </p:nvSpPr>
        <p:spPr>
          <a:xfrm>
            <a:off x="822960" y="5010840"/>
            <a:ext cx="52999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7"/>
          <p:cNvSpPr/>
          <p:nvPr/>
        </p:nvSpPr>
        <p:spPr>
          <a:xfrm>
            <a:off x="6720840" y="4974480"/>
            <a:ext cx="47512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8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9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7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7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0"/>
          <p:cNvSpPr/>
          <p:nvPr/>
        </p:nvSpPr>
        <p:spPr>
          <a:xfrm>
            <a:off x="685800" y="1417320"/>
            <a:ext cx="612288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1"/>
          <p:cNvSpPr/>
          <p:nvPr/>
        </p:nvSpPr>
        <p:spPr>
          <a:xfrm>
            <a:off x="822960" y="1536120"/>
            <a:ext cx="584856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1"/>
          <p:cNvSpPr/>
          <p:nvPr/>
        </p:nvSpPr>
        <p:spPr>
          <a:xfrm>
            <a:off x="7315200" y="1600200"/>
            <a:ext cx="4294080" cy="356256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2"/>
          <p:cNvSpPr/>
          <p:nvPr/>
        </p:nvSpPr>
        <p:spPr>
          <a:xfrm>
            <a:off x="7589520" y="1874520"/>
            <a:ext cx="3745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2"/>
          <p:cNvSpPr/>
          <p:nvPr/>
        </p:nvSpPr>
        <p:spPr>
          <a:xfrm>
            <a:off x="7589520" y="2514600"/>
            <a:ext cx="3471120" cy="100224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3"/>
          <p:cNvSpPr/>
          <p:nvPr/>
        </p:nvSpPr>
        <p:spPr>
          <a:xfrm>
            <a:off x="7726680" y="2633400"/>
            <a:ext cx="31968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4"/>
          <p:cNvSpPr/>
          <p:nvPr/>
        </p:nvSpPr>
        <p:spPr>
          <a:xfrm>
            <a:off x="7589520" y="393192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3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4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5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86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7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5"/>
          <p:cNvSpPr/>
          <p:nvPr/>
        </p:nvSpPr>
        <p:spPr>
          <a:xfrm>
            <a:off x="685800" y="1600200"/>
            <a:ext cx="10832040" cy="278532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8"/>
          <p:cNvSpPr/>
          <p:nvPr/>
        </p:nvSpPr>
        <p:spPr>
          <a:xfrm>
            <a:off x="822960" y="1719000"/>
            <a:ext cx="10557720" cy="26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66"/>
          <p:cNvSpPr/>
          <p:nvPr/>
        </p:nvSpPr>
        <p:spPr>
          <a:xfrm>
            <a:off x="685800" y="4892040"/>
            <a:ext cx="10832040" cy="77364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89"/>
          <p:cNvSpPr/>
          <p:nvPr/>
        </p:nvSpPr>
        <p:spPr>
          <a:xfrm>
            <a:off x="960120" y="5102280"/>
            <a:ext cx="102376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67"/>
          <p:cNvSpPr/>
          <p:nvPr/>
        </p:nvSpPr>
        <p:spPr>
          <a:xfrm>
            <a:off x="-74160" y="114480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8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9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9"/>
          <p:cNvSpPr/>
          <p:nvPr/>
        </p:nvSpPr>
        <p:spPr>
          <a:xfrm>
            <a:off x="685800" y="1508760"/>
            <a:ext cx="5482800" cy="260424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3"/>
          <p:cNvSpPr/>
          <p:nvPr/>
        </p:nvSpPr>
        <p:spPr>
          <a:xfrm>
            <a:off x="822960" y="1627560"/>
            <a:ext cx="5208480" cy="22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0"/>
          <p:cNvSpPr/>
          <p:nvPr/>
        </p:nvSpPr>
        <p:spPr>
          <a:xfrm>
            <a:off x="6583680" y="1508760"/>
            <a:ext cx="507204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4"/>
          <p:cNvSpPr/>
          <p:nvPr/>
        </p:nvSpPr>
        <p:spPr>
          <a:xfrm>
            <a:off x="6720840" y="1627560"/>
            <a:ext cx="493488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71"/>
          <p:cNvSpPr/>
          <p:nvPr/>
        </p:nvSpPr>
        <p:spPr>
          <a:xfrm>
            <a:off x="109728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95"/>
          <p:cNvSpPr/>
          <p:nvPr/>
        </p:nvSpPr>
        <p:spPr>
          <a:xfrm>
            <a:off x="117036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3"/>
          <p:cNvSpPr/>
          <p:nvPr/>
        </p:nvSpPr>
        <p:spPr>
          <a:xfrm>
            <a:off x="35204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96"/>
          <p:cNvSpPr/>
          <p:nvPr/>
        </p:nvSpPr>
        <p:spPr>
          <a:xfrm>
            <a:off x="35935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75"/>
          <p:cNvSpPr/>
          <p:nvPr/>
        </p:nvSpPr>
        <p:spPr>
          <a:xfrm>
            <a:off x="59252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97"/>
          <p:cNvSpPr/>
          <p:nvPr/>
        </p:nvSpPr>
        <p:spPr>
          <a:xfrm>
            <a:off x="59983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77"/>
          <p:cNvSpPr/>
          <p:nvPr/>
        </p:nvSpPr>
        <p:spPr>
          <a:xfrm>
            <a:off x="83210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8"/>
          <p:cNvSpPr/>
          <p:nvPr/>
        </p:nvSpPr>
        <p:spPr>
          <a:xfrm>
            <a:off x="83941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9"/>
          <p:cNvSpPr/>
          <p:nvPr/>
        </p:nvSpPr>
        <p:spPr>
          <a:xfrm>
            <a:off x="10744200" y="4434840"/>
            <a:ext cx="113940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9"/>
          <p:cNvSpPr/>
          <p:nvPr/>
        </p:nvSpPr>
        <p:spPr>
          <a:xfrm>
            <a:off x="10817280" y="4581000"/>
            <a:ext cx="993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8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0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82"/>
          <p:cNvSpPr/>
          <p:nvPr/>
        </p:nvSpPr>
        <p:spPr>
          <a:xfrm>
            <a:off x="685800" y="1417320"/>
            <a:ext cx="580284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03"/>
          <p:cNvSpPr/>
          <p:nvPr/>
        </p:nvSpPr>
        <p:spPr>
          <a:xfrm>
            <a:off x="822960" y="1536120"/>
            <a:ext cx="552852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3"/>
          <p:cNvSpPr/>
          <p:nvPr/>
        </p:nvSpPr>
        <p:spPr>
          <a:xfrm>
            <a:off x="6949440" y="1645920"/>
            <a:ext cx="4476960" cy="328824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4"/>
          <p:cNvSpPr/>
          <p:nvPr/>
        </p:nvSpPr>
        <p:spPr>
          <a:xfrm>
            <a:off x="7223760" y="1920240"/>
            <a:ext cx="39283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5"/>
          <p:cNvSpPr/>
          <p:nvPr/>
        </p:nvSpPr>
        <p:spPr>
          <a:xfrm>
            <a:off x="7223760" y="2560320"/>
            <a:ext cx="379116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8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0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6"/>
          <p:cNvSpPr/>
          <p:nvPr/>
        </p:nvSpPr>
        <p:spPr>
          <a:xfrm>
            <a:off x="685800" y="1508760"/>
            <a:ext cx="529992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9"/>
          <p:cNvSpPr/>
          <p:nvPr/>
        </p:nvSpPr>
        <p:spPr>
          <a:xfrm>
            <a:off x="822960" y="1627560"/>
            <a:ext cx="502560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87"/>
          <p:cNvSpPr/>
          <p:nvPr/>
        </p:nvSpPr>
        <p:spPr>
          <a:xfrm>
            <a:off x="6446520" y="1508760"/>
            <a:ext cx="5071320" cy="182520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10"/>
          <p:cNvSpPr/>
          <p:nvPr/>
        </p:nvSpPr>
        <p:spPr>
          <a:xfrm>
            <a:off x="6720840" y="1783080"/>
            <a:ext cx="4385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88"/>
          <p:cNvSpPr/>
          <p:nvPr/>
        </p:nvSpPr>
        <p:spPr>
          <a:xfrm>
            <a:off x="6720840" y="2331720"/>
            <a:ext cx="4339800" cy="77364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11"/>
          <p:cNvSpPr/>
          <p:nvPr/>
        </p:nvSpPr>
        <p:spPr>
          <a:xfrm>
            <a:off x="6858000" y="2450520"/>
            <a:ext cx="40654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2"/>
          <p:cNvSpPr/>
          <p:nvPr/>
        </p:nvSpPr>
        <p:spPr>
          <a:xfrm>
            <a:off x="685800" y="3794760"/>
            <a:ext cx="2099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9"/>
          <p:cNvSpPr/>
          <p:nvPr/>
        </p:nvSpPr>
        <p:spPr>
          <a:xfrm>
            <a:off x="297180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13"/>
          <p:cNvSpPr/>
          <p:nvPr/>
        </p:nvSpPr>
        <p:spPr>
          <a:xfrm>
            <a:off x="304488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91"/>
          <p:cNvSpPr/>
          <p:nvPr/>
        </p:nvSpPr>
        <p:spPr>
          <a:xfrm>
            <a:off x="598932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14"/>
          <p:cNvSpPr/>
          <p:nvPr/>
        </p:nvSpPr>
        <p:spPr>
          <a:xfrm>
            <a:off x="606240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93"/>
          <p:cNvSpPr/>
          <p:nvPr/>
        </p:nvSpPr>
        <p:spPr>
          <a:xfrm>
            <a:off x="923544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5"/>
          <p:cNvSpPr/>
          <p:nvPr/>
        </p:nvSpPr>
        <p:spPr>
          <a:xfrm>
            <a:off x="930852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9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1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1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96"/>
          <p:cNvSpPr/>
          <p:nvPr/>
        </p:nvSpPr>
        <p:spPr>
          <a:xfrm>
            <a:off x="685800" y="1463040"/>
            <a:ext cx="10969200" cy="424836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19"/>
          <p:cNvSpPr/>
          <p:nvPr/>
        </p:nvSpPr>
        <p:spPr>
          <a:xfrm>
            <a:off x="1005840" y="1783080"/>
            <a:ext cx="2739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0"/>
          <p:cNvSpPr/>
          <p:nvPr/>
        </p:nvSpPr>
        <p:spPr>
          <a:xfrm>
            <a:off x="1005840" y="2331720"/>
            <a:ext cx="10237680" cy="24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7"/>
          <p:cNvSpPr/>
          <p:nvPr/>
        </p:nvSpPr>
        <p:spPr>
          <a:xfrm>
            <a:off x="1005840" y="5074920"/>
            <a:ext cx="81936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1"/>
          <p:cNvSpPr/>
          <p:nvPr/>
        </p:nvSpPr>
        <p:spPr>
          <a:xfrm>
            <a:off x="1078920" y="5148000"/>
            <a:ext cx="673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98"/>
          <p:cNvSpPr/>
          <p:nvPr/>
        </p:nvSpPr>
        <p:spPr>
          <a:xfrm>
            <a:off x="1965960" y="5074920"/>
            <a:ext cx="7736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2"/>
          <p:cNvSpPr/>
          <p:nvPr/>
        </p:nvSpPr>
        <p:spPr>
          <a:xfrm>
            <a:off x="2039040" y="5148000"/>
            <a:ext cx="627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99"/>
          <p:cNvSpPr/>
          <p:nvPr/>
        </p:nvSpPr>
        <p:spPr>
          <a:xfrm>
            <a:off x="2880360" y="5074920"/>
            <a:ext cx="72792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3"/>
          <p:cNvSpPr/>
          <p:nvPr/>
        </p:nvSpPr>
        <p:spPr>
          <a:xfrm>
            <a:off x="2953440" y="5148000"/>
            <a:ext cx="58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0"/>
          <p:cNvSpPr/>
          <p:nvPr/>
        </p:nvSpPr>
        <p:spPr>
          <a:xfrm>
            <a:off x="3749040" y="5074920"/>
            <a:ext cx="910800" cy="32544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24"/>
          <p:cNvSpPr/>
          <p:nvPr/>
        </p:nvSpPr>
        <p:spPr>
          <a:xfrm>
            <a:off x="3822120" y="5148000"/>
            <a:ext cx="764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01"/>
          <p:cNvSpPr/>
          <p:nvPr/>
        </p:nvSpPr>
        <p:spPr>
          <a:xfrm>
            <a:off x="4800600" y="507492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25"/>
          <p:cNvSpPr/>
          <p:nvPr/>
        </p:nvSpPr>
        <p:spPr>
          <a:xfrm>
            <a:off x="4873680" y="514800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229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78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79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80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230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81"/>
          <p:cNvSpPr/>
          <p:nvPr/>
        </p:nvSpPr>
        <p:spPr>
          <a:xfrm>
            <a:off x="850320" y="1527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"/>
          <p:cNvSpPr/>
          <p:nvPr/>
        </p:nvSpPr>
        <p:spPr>
          <a:xfrm>
            <a:off x="571320" y="342720"/>
            <a:ext cx="4883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Box 6"/>
          <p:cNvSpPr/>
          <p:nvPr/>
        </p:nvSpPr>
        <p:spPr>
          <a:xfrm>
            <a:off x="761760" y="1447560"/>
            <a:ext cx="1066716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"/>
          <p:cNvSpPr/>
          <p:nvPr/>
        </p:nvSpPr>
        <p:spPr>
          <a:xfrm>
            <a:off x="5486400" y="3429000"/>
            <a:ext cx="6171120" cy="1370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2"/>
          <p:cNvSpPr/>
          <p:nvPr/>
        </p:nvSpPr>
        <p:spPr>
          <a:xfrm>
            <a:off x="3276360" y="5105160"/>
            <a:ext cx="5637600" cy="41760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685800" y="1417320"/>
            <a:ext cx="10877040" cy="22392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7"/>
          <p:cNvSpPr/>
          <p:nvPr/>
        </p:nvSpPr>
        <p:spPr>
          <a:xfrm>
            <a:off x="685800" y="3886200"/>
            <a:ext cx="10285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Rounded Rectangle 8"/>
          <p:cNvSpPr/>
          <p:nvPr/>
        </p:nvSpPr>
        <p:spPr>
          <a:xfrm>
            <a:off x="5943600" y="5623920"/>
            <a:ext cx="475344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9"/>
          <p:cNvSpPr/>
          <p:nvPr/>
        </p:nvSpPr>
        <p:spPr>
          <a:xfrm>
            <a:off x="6172200" y="5715360"/>
            <a:ext cx="41324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0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11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ounded Rectangle 9"/>
          <p:cNvSpPr/>
          <p:nvPr/>
        </p:nvSpPr>
        <p:spPr>
          <a:xfrm>
            <a:off x="457200" y="1333080"/>
            <a:ext cx="6856920" cy="32752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ounded Rectangle 11"/>
          <p:cNvSpPr/>
          <p:nvPr/>
        </p:nvSpPr>
        <p:spPr>
          <a:xfrm>
            <a:off x="3200400" y="4572000"/>
            <a:ext cx="7999920" cy="9133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27"/>
          <p:cNvSpPr/>
          <p:nvPr/>
        </p:nvSpPr>
        <p:spPr>
          <a:xfrm>
            <a:off x="3200400" y="4680720"/>
            <a:ext cx="6891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ounded Rectangle 12"/>
          <p:cNvSpPr/>
          <p:nvPr/>
        </p:nvSpPr>
        <p:spPr>
          <a:xfrm>
            <a:off x="685800" y="5677200"/>
            <a:ext cx="10971720" cy="493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4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5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ounded Rectangle 3"/>
          <p:cNvSpPr/>
          <p:nvPr/>
        </p:nvSpPr>
        <p:spPr>
          <a:xfrm>
            <a:off x="730080" y="1828800"/>
            <a:ext cx="10698840" cy="27421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12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3"/>
          <p:cNvSpPr/>
          <p:nvPr/>
        </p:nvSpPr>
        <p:spPr>
          <a:xfrm>
            <a:off x="1600200" y="4822200"/>
            <a:ext cx="7999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"/>
          <p:cNvSpPr/>
          <p:nvPr/>
        </p:nvSpPr>
        <p:spPr>
          <a:xfrm>
            <a:off x="731880" y="4114800"/>
            <a:ext cx="93254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Rounded Rectangle 4"/>
          <p:cNvSpPr/>
          <p:nvPr/>
        </p:nvSpPr>
        <p:spPr>
          <a:xfrm>
            <a:off x="6629400" y="5623920"/>
            <a:ext cx="4387680" cy="54720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8" name=""/>
          <p:cNvSpPr/>
          <p:nvPr/>
        </p:nvSpPr>
        <p:spPr>
          <a:xfrm>
            <a:off x="7086600" y="5715000"/>
            <a:ext cx="339192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6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7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Rounded Rectangle 6"/>
          <p:cNvSpPr/>
          <p:nvPr/>
        </p:nvSpPr>
        <p:spPr>
          <a:xfrm>
            <a:off x="685800" y="16002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Box 16"/>
          <p:cNvSpPr/>
          <p:nvPr/>
        </p:nvSpPr>
        <p:spPr>
          <a:xfrm>
            <a:off x="914400" y="18284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17"/>
          <p:cNvSpPr/>
          <p:nvPr/>
        </p:nvSpPr>
        <p:spPr>
          <a:xfrm>
            <a:off x="838440" y="4343400"/>
            <a:ext cx="8990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4"/>
          <p:cNvSpPr/>
          <p:nvPr/>
        </p:nvSpPr>
        <p:spPr>
          <a:xfrm>
            <a:off x="731880" y="4343400"/>
            <a:ext cx="95540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Rounded Rectangle 5"/>
          <p:cNvSpPr/>
          <p:nvPr/>
        </p:nvSpPr>
        <p:spPr>
          <a:xfrm>
            <a:off x="7909920" y="5715000"/>
            <a:ext cx="32904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18"/>
          <p:cNvSpPr/>
          <p:nvPr/>
        </p:nvSpPr>
        <p:spPr>
          <a:xfrm>
            <a:off x="8461080" y="5822280"/>
            <a:ext cx="2114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8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ounded Rectangle 7"/>
          <p:cNvSpPr/>
          <p:nvPr/>
        </p:nvSpPr>
        <p:spPr>
          <a:xfrm>
            <a:off x="762120" y="18288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21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22"/>
          <p:cNvSpPr/>
          <p:nvPr/>
        </p:nvSpPr>
        <p:spPr>
          <a:xfrm>
            <a:off x="914400" y="4593600"/>
            <a:ext cx="9142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12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4" name="Rectangle 1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0"/>
          <p:cNvSpPr/>
          <p:nvPr/>
        </p:nvSpPr>
        <p:spPr>
          <a:xfrm>
            <a:off x="571320" y="342720"/>
            <a:ext cx="3243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ounded Rectangle 10"/>
          <p:cNvSpPr/>
          <p:nvPr/>
        </p:nvSpPr>
        <p:spPr>
          <a:xfrm>
            <a:off x="6782040" y="3475080"/>
            <a:ext cx="4875480" cy="2010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13"/>
          <p:cNvSpPr/>
          <p:nvPr/>
        </p:nvSpPr>
        <p:spPr>
          <a:xfrm>
            <a:off x="2171160" y="5715000"/>
            <a:ext cx="7314120" cy="4939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Shape 23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2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283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84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232"/>
          <p:cNvSpPr/>
          <p:nvPr/>
        </p:nvSpPr>
        <p:spPr>
          <a:xfrm>
            <a:off x="685800" y="1371600"/>
            <a:ext cx="10877040" cy="4796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85"/>
          <p:cNvSpPr/>
          <p:nvPr/>
        </p:nvSpPr>
        <p:spPr>
          <a:xfrm>
            <a:off x="850320" y="1563480"/>
            <a:ext cx="10557000" cy="46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</a:t>
            </a: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volume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5"/>
          <p:cNvSpPr/>
          <p:nvPr/>
        </p:nvSpPr>
        <p:spPr>
          <a:xfrm>
            <a:off x="814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Create a Pod with emptyDir 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Observe files being written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Delete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flask-app-emptydir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Recreate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Inspect the directory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-la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k8s/storage/02-pvc-rwo.yaml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-l app=flask-app-pvc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–timeout=120s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Rounded Rectangle 18"/>
          <p:cNvSpPr/>
          <p:nvPr/>
        </p:nvSpPr>
        <p:spPr>
          <a:xfrm>
            <a:off x="7749720" y="25632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8001000" y="2681640"/>
            <a:ext cx="320040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Rounded Rectangle 19"/>
          <p:cNvSpPr/>
          <p:nvPr/>
        </p:nvSpPr>
        <p:spPr>
          <a:xfrm>
            <a:off x="7749720" y="48006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001000" y="4890600"/>
            <a:ext cx="32004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 volume-reader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modules/module-08-distroless-and-no-shell-troubleshooting/01-distroless-deployment.yaml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deployment/flask-app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Expected - exec: "sh": executable file not found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23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28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287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 - debugging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288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23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289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but we can do this as well: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POD=$(kubectl -n k8s-workshop get pod -l app=flask-app  -o jsonpath='{.items[0].metadata.name}')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pod/${POD} --image=busybox:1.36 --target=flask-app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 after the lab: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4"/>
          <p:cNvSpPr/>
          <p:nvPr/>
        </p:nvSpPr>
        <p:spPr>
          <a:xfrm>
            <a:off x="685800" y="1143000"/>
            <a:ext cx="10877040" cy="48420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5"/>
          <p:cNvSpPr/>
          <p:nvPr/>
        </p:nvSpPr>
        <p:spPr>
          <a:xfrm>
            <a:off x="850320" y="1371600"/>
            <a:ext cx="10557000" cy="44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modules/module-09-requests-limits-and-runtime-behavior/01-low-memory-oom.yaml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deployment/flask-app-oom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deployment/flask-app-oom 8081:8080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 another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"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http://localhost:8081/stress/memory?mib=256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-l app=flask-app-oom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-l app=flask-app-oom –previous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Expected - Reason: OOMKilled - Exit Code: 137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modules/module-09-requests-limits-and-runtime-behavior/01-low-memory-oom.yaml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 default-container-limits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resourcequota workshop-quota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modules/module-10-resourcequota-and-limitrange/01-small-resourcequota.yaml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scale deployment/flask-app --replicas=5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deployment,replicaset,pods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resourcequota module10-small-quota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"/>
          <p:cNvSpPr/>
          <p:nvPr/>
        </p:nvSpPr>
        <p:spPr>
          <a:xfrm>
            <a:off x="457200" y="1417320"/>
            <a:ext cx="1120140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5"/>
          <p:cNvSpPr/>
          <p:nvPr/>
        </p:nvSpPr>
        <p:spPr>
          <a:xfrm>
            <a:off x="552960" y="1600200"/>
            <a:ext cx="1110564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modules/module-11-service-routing-and-application-availability/01-service-selector-mismatch.yaml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service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endpointslices -l kubernetes.io/service-name=flask-app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39"/>
          <p:cNvSpPr/>
          <p:nvPr/>
        </p:nvSpPr>
        <p:spPr>
          <a:xfrm>
            <a:off x="685800" y="503820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40"/>
          <p:cNvSpPr/>
          <p:nvPr/>
        </p:nvSpPr>
        <p:spPr>
          <a:xfrm>
            <a:off x="758880" y="51847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41"/>
          <p:cNvSpPr/>
          <p:nvPr/>
        </p:nvSpPr>
        <p:spPr>
          <a:xfrm>
            <a:off x="286200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42"/>
          <p:cNvSpPr/>
          <p:nvPr/>
        </p:nvSpPr>
        <p:spPr>
          <a:xfrm>
            <a:off x="523944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43"/>
          <p:cNvSpPr/>
          <p:nvPr/>
        </p:nvSpPr>
        <p:spPr>
          <a:xfrm>
            <a:off x="7616880" y="51847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16"/>
          <p:cNvSpPr/>
          <p:nvPr/>
        </p:nvSpPr>
        <p:spPr>
          <a:xfrm>
            <a:off x="731520" y="31636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17"/>
          <p:cNvSpPr/>
          <p:nvPr/>
        </p:nvSpPr>
        <p:spPr>
          <a:xfrm>
            <a:off x="804600" y="331020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18"/>
          <p:cNvSpPr/>
          <p:nvPr/>
        </p:nvSpPr>
        <p:spPr>
          <a:xfrm>
            <a:off x="2011680" y="323712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19"/>
          <p:cNvSpPr/>
          <p:nvPr/>
        </p:nvSpPr>
        <p:spPr>
          <a:xfrm>
            <a:off x="5806440" y="32551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532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2026-06-22T23:25:40Z</cp:lastPrinted>
  <dcterms:modified xsi:type="dcterms:W3CDTF">2026-06-22T23:42:57Z</dcterms:modified>
  <cp:revision>78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