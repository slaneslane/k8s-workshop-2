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2.xml" ContentType="application/vnd.openxmlformats-officedocument.presentationml.slide+xml"/>
  <Override PartName="/ppt/slides/slide43.xml" ContentType="application/vnd.openxmlformats-officedocument.presentationml.slide+xml"/>
  <Override PartName="/ppt/slides/slide94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92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29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78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86.xml" ContentType="application/vnd.openxmlformats-officedocument.presentationml.slide+xml"/>
  <Override PartName="/ppt/slides/slide76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35.xml" ContentType="application/vnd.openxmlformats-officedocument.presentationml.slide+xml"/>
  <Override PartName="/ppt/slides/slide64.xml" ContentType="application/vnd.openxmlformats-officedocument.presentationml.slide+xml"/>
  <Override PartName="/ppt/slides/slide8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1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57.xml" ContentType="application/vnd.openxmlformats-officedocument.presentationml.slide+xml"/>
  <Override PartName="/ppt/slides/slide20.xml" ContentType="application/vnd.openxmlformats-officedocument.presentationml.slide+xml"/>
  <Override PartName="/ppt/slides/slide83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9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098B506-D016-4E1F-AB33-50FA3677A8D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ABC7AB-7E3D-4E68-9C7D-B52C8C2257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7FD8D3-BB13-4D28-9AF0-3CD06B32A0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93D986-AC61-4447-AC96-A4B1D60CC4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54FA98-A5B1-454B-B50B-13BAB19381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3A1307-7D0B-4B83-B372-97209CD431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BFD622-CED0-4625-808B-56D077C840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3104A2-354F-4496-A8F4-B2BB0AC8BB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68B943-78E7-4758-A5E1-3FD68541B1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0093B3-56B4-40CF-BF67-0A40AC72AD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B29183-2619-40CB-BE55-FE7D003268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A1CBA2-06B3-40A5-87D3-D9F0BE6281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9E2CAE-294C-4313-95C6-04880C1D1A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53F425-1D6A-4798-A8CB-B6B109404A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356B06-D269-4C83-8448-299ABE5B10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CCCAB0-BE6C-438E-B654-69B316A5CD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95D754-8FAD-4F78-A667-A246AF8D5A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E7A6EE-CD66-4467-950C-7D80C5D067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069399-0D6B-41DA-9292-553AC92A10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5532D7-7CBA-4496-B216-FC846DBA53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8E4718-2DE5-4901-A8D2-9E6CF515E6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C49E35-51B0-4EF9-BF8C-FF5EA26B8D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BEC5C8-1044-4A47-956C-68559D2C07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8D4188-B54C-4809-B23E-17933AAB51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DE60EF-9A06-4AAB-A612-4EA6E4AF06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A45EA7-AE5C-4938-B768-72ED769314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0D3D7F-D34B-4619-8146-234432B1F9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D1D4CF-BE4E-431C-AB0B-3132FAF805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AF1154-236F-4F3F-85FA-937D6AC055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9B43D4-8C1E-4AF2-8139-C37B51B242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1BF772-7BA1-46D9-A677-9ECAB68E2A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9ED35B-E6FA-46A1-9294-3CC3041CB6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4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3A7270-81C3-444A-BE74-6212BA52CA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EA7656-56D8-46E2-B26E-C3D50BCB22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82AF00-62A2-436C-A7C1-4E6D9E29ED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EAF990-AA0C-409D-B756-22B0DC3799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6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C2DDAE-4471-4CF9-9853-3D7A067C87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9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DC8B16-A640-4D58-ADE1-F945802FB2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DE6CB0-1A0F-4424-ABFF-FF76A70F94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5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484AAF-7004-47B5-A593-1E75E8910D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8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9ED158-8374-47B9-8C44-C83B0FCC9B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79E958-265A-43AA-9810-2DF4BBC924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4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9E651D-9601-4415-BEBD-9FF9C6A117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7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EC1728-A115-45F6-9F30-3EA5D45E0E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0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421339-E647-49F4-8ECF-BCB0730833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832611-A4A5-478D-9779-ABD22283F9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34CBBB-75B3-4521-B804-0252082F1D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7DB1DB-4377-4061-B24D-4AB9E2C8F2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8A510C-EA57-4DFE-8F25-59EECAF54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88A272-8DCA-4F3E-BBBE-D5ABC29223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3FC1FE-3F1A-44E9-8CDC-8A303EBD37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1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1AB545-3051-40E1-A3FB-9FD51D20F1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4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1D9BE4-4D15-4222-93A8-C9337B85E2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7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7E25D5-82B0-4570-B5D6-503AA468C4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0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7B55C6-4D65-4C01-ACB8-385A885344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47E9E1-3428-4102-9222-0A86626B61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6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2C181C-D833-4F3D-A147-9864B6B770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320B89-61D4-4C96-B0D5-F358045A27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3FA5AD-8CA0-4439-A0A0-D63514DE4B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7B9A0-73A8-4048-A4B1-A2691D1005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8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7955D9-B67E-4B60-87B0-3BF1C75AB0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E9E3FF-1DE2-4F27-ADC8-975D3C6ED2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5DBA4F-3D99-46F1-B915-EA0D528AB3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7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E79AA5-70FB-4483-A76B-7E80798B79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87D3B6-9A26-46A8-ADB1-6A82DA608E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89C35F-4785-454B-A4F0-2D8ECF63AB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6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453AE4-D385-48F7-ACDA-1FB483E0CA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B9E8FE-C249-43B8-9E28-08996C49E5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2A6044-7079-4149-9998-189759A921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3E96A2-D508-45C0-A470-A93BB2BAFF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1C12A3-FA57-4AE1-A30E-E5FCFE56D1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8E8F54-5B99-45EB-AA1B-2D6801F801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4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B93444-ED3E-44FD-9C7E-27918C60C2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20EF74-0154-4499-AE19-87D96C876C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0D920D-2011-46C5-A28C-FC8E99AE88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C96E72-E457-4D00-9FF8-3A2FA985BC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C98363-AFE7-4EDA-BD83-24736722F7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FD8680-C1C7-431C-B302-BF5C87EB7E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823E76-8CEA-4D8C-A492-99A497EEE3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034183-A9D0-4189-8BD0-C0DD190B5E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343C95-D46F-41D0-AD9D-5D51C7284A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1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A23150-A01D-46FF-8045-6F8F1E05E9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BB0F27-4442-4E15-8817-1C66904AB5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D46BBF-369F-45C6-BFFE-02202BDB99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C82F65-D35E-44E4-AF21-2A5651C6C4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CEFA9E-E4F3-4416-8AA7-0F2718B303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B2D181-FC04-4102-901D-42E1DDE568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61B5E0-72A6-43F9-8A6E-CAE370FB28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B1C620-31C8-411D-9581-8B567F0BDC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E4CF67-82DF-4BE9-A10F-84D59694DD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5F796B-44D6-4481-A8E3-AFDEF21417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425668-031C-46B2-B8C0-0D8290537F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B8763B-86A0-47BA-BDCE-05FEA067E9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806E84-E891-43BF-9214-0F1BBFCD28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036824-8943-4F92-BC01-6CA165E97A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6C244F-3386-4496-99BD-C489FD01C2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262E5D-A567-421F-8DBC-9D44E66A14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059037-5F47-4718-83FD-C87C08A994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0DC2BF-697D-4210-BB72-88AF8486FB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7D98A2-07D5-4CC9-A8A2-11FDFE712F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58440" y="1965960"/>
            <a:ext cx="1078776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76800" y="2816280"/>
            <a:ext cx="959904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Observe, Debug, Fix and 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85800" y="331920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685800" y="3977640"/>
            <a:ext cx="2923920" cy="86652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4096440"/>
            <a:ext cx="26496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822960" y="4434840"/>
            <a:ext cx="26496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3886200" y="3977640"/>
            <a:ext cx="2923920" cy="86652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023360" y="4096440"/>
            <a:ext cx="26496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4023360" y="4434840"/>
            <a:ext cx="26496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7086600" y="3977640"/>
            <a:ext cx="3152520" cy="86652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7223760" y="4096440"/>
            <a:ext cx="28782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7223760" y="4434840"/>
            <a:ext cx="28782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2136240" y="5715000"/>
            <a:ext cx="7464960" cy="366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algn="ctr"/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1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09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210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11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4"/>
          <p:cNvSpPr/>
          <p:nvPr/>
        </p:nvSpPr>
        <p:spPr>
          <a:xfrm>
            <a:off x="50292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54864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17740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7"/>
          <p:cNvSpPr/>
          <p:nvPr/>
        </p:nvSpPr>
        <p:spPr>
          <a:xfrm>
            <a:off x="20026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20484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9"/>
          <p:cNvSpPr/>
          <p:nvPr/>
        </p:nvSpPr>
        <p:spPr>
          <a:xfrm>
            <a:off x="32734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0"/>
          <p:cNvSpPr/>
          <p:nvPr/>
        </p:nvSpPr>
        <p:spPr>
          <a:xfrm>
            <a:off x="35020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35478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2"/>
          <p:cNvSpPr/>
          <p:nvPr/>
        </p:nvSpPr>
        <p:spPr>
          <a:xfrm>
            <a:off x="47732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3"/>
          <p:cNvSpPr/>
          <p:nvPr/>
        </p:nvSpPr>
        <p:spPr>
          <a:xfrm>
            <a:off x="50018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4"/>
          <p:cNvSpPr/>
          <p:nvPr/>
        </p:nvSpPr>
        <p:spPr>
          <a:xfrm>
            <a:off x="50475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5"/>
          <p:cNvSpPr/>
          <p:nvPr/>
        </p:nvSpPr>
        <p:spPr>
          <a:xfrm>
            <a:off x="62726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6"/>
          <p:cNvSpPr/>
          <p:nvPr/>
        </p:nvSpPr>
        <p:spPr>
          <a:xfrm>
            <a:off x="65012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65469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8"/>
          <p:cNvSpPr/>
          <p:nvPr/>
        </p:nvSpPr>
        <p:spPr>
          <a:xfrm>
            <a:off x="777240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9"/>
          <p:cNvSpPr/>
          <p:nvPr/>
        </p:nvSpPr>
        <p:spPr>
          <a:xfrm>
            <a:off x="800100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0"/>
          <p:cNvSpPr/>
          <p:nvPr/>
        </p:nvSpPr>
        <p:spPr>
          <a:xfrm>
            <a:off x="804672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1"/>
          <p:cNvSpPr/>
          <p:nvPr/>
        </p:nvSpPr>
        <p:spPr>
          <a:xfrm>
            <a:off x="927216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2"/>
          <p:cNvSpPr/>
          <p:nvPr/>
        </p:nvSpPr>
        <p:spPr>
          <a:xfrm>
            <a:off x="950076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3"/>
          <p:cNvSpPr/>
          <p:nvPr/>
        </p:nvSpPr>
        <p:spPr>
          <a:xfrm>
            <a:off x="954648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50292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54864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6"/>
          <p:cNvSpPr/>
          <p:nvPr/>
        </p:nvSpPr>
        <p:spPr>
          <a:xfrm>
            <a:off x="17740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7"/>
          <p:cNvSpPr/>
          <p:nvPr/>
        </p:nvSpPr>
        <p:spPr>
          <a:xfrm>
            <a:off x="20026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20484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9"/>
          <p:cNvSpPr/>
          <p:nvPr/>
        </p:nvSpPr>
        <p:spPr>
          <a:xfrm>
            <a:off x="32734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0"/>
          <p:cNvSpPr/>
          <p:nvPr/>
        </p:nvSpPr>
        <p:spPr>
          <a:xfrm>
            <a:off x="35020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35478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2"/>
          <p:cNvSpPr/>
          <p:nvPr/>
        </p:nvSpPr>
        <p:spPr>
          <a:xfrm>
            <a:off x="47732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3"/>
          <p:cNvSpPr/>
          <p:nvPr/>
        </p:nvSpPr>
        <p:spPr>
          <a:xfrm>
            <a:off x="50018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50475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5"/>
          <p:cNvSpPr/>
          <p:nvPr/>
        </p:nvSpPr>
        <p:spPr>
          <a:xfrm>
            <a:off x="62726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6"/>
          <p:cNvSpPr/>
          <p:nvPr/>
        </p:nvSpPr>
        <p:spPr>
          <a:xfrm>
            <a:off x="65012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7"/>
          <p:cNvSpPr/>
          <p:nvPr/>
        </p:nvSpPr>
        <p:spPr>
          <a:xfrm>
            <a:off x="65469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8"/>
          <p:cNvSpPr/>
          <p:nvPr/>
        </p:nvSpPr>
        <p:spPr>
          <a:xfrm>
            <a:off x="777240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9"/>
          <p:cNvSpPr/>
          <p:nvPr/>
        </p:nvSpPr>
        <p:spPr>
          <a:xfrm>
            <a:off x="800100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0"/>
          <p:cNvSpPr/>
          <p:nvPr/>
        </p:nvSpPr>
        <p:spPr>
          <a:xfrm>
            <a:off x="804672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"/>
          <p:cNvSpPr/>
          <p:nvPr/>
        </p:nvSpPr>
        <p:spPr>
          <a:xfrm>
            <a:off x="927216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2"/>
          <p:cNvSpPr/>
          <p:nvPr/>
        </p:nvSpPr>
        <p:spPr>
          <a:xfrm>
            <a:off x="950076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3"/>
          <p:cNvSpPr/>
          <p:nvPr/>
        </p:nvSpPr>
        <p:spPr>
          <a:xfrm>
            <a:off x="954648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4"/>
          <p:cNvSpPr/>
          <p:nvPr/>
        </p:nvSpPr>
        <p:spPr>
          <a:xfrm>
            <a:off x="731520" y="1325880"/>
            <a:ext cx="1049400" cy="4366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804600" y="1472040"/>
            <a:ext cx="8938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2011680" y="1398960"/>
            <a:ext cx="3655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5806440" y="1417320"/>
            <a:ext cx="5301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8"/>
          <p:cNvSpPr/>
          <p:nvPr/>
        </p:nvSpPr>
        <p:spPr>
          <a:xfrm>
            <a:off x="731520" y="1938600"/>
            <a:ext cx="1049400" cy="4366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804600" y="2084760"/>
            <a:ext cx="8938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2011680" y="2011680"/>
            <a:ext cx="3655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1"/>
          <p:cNvSpPr/>
          <p:nvPr/>
        </p:nvSpPr>
        <p:spPr>
          <a:xfrm>
            <a:off x="5806440" y="2030040"/>
            <a:ext cx="5301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2"/>
          <p:cNvSpPr/>
          <p:nvPr/>
        </p:nvSpPr>
        <p:spPr>
          <a:xfrm>
            <a:off x="731520" y="2551320"/>
            <a:ext cx="1049400" cy="4366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804600" y="2697480"/>
            <a:ext cx="8938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2011680" y="2624400"/>
            <a:ext cx="3655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5"/>
          <p:cNvSpPr/>
          <p:nvPr/>
        </p:nvSpPr>
        <p:spPr>
          <a:xfrm>
            <a:off x="5806440" y="2642760"/>
            <a:ext cx="5301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</a:t>
            </a: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0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6"/>
          <p:cNvSpPr/>
          <p:nvPr/>
        </p:nvSpPr>
        <p:spPr>
          <a:xfrm>
            <a:off x="548640" y="6419160"/>
            <a:ext cx="4114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27"/>
          <p:cNvSpPr/>
          <p:nvPr/>
        </p:nvSpPr>
        <p:spPr>
          <a:xfrm>
            <a:off x="567000" y="960120"/>
            <a:ext cx="7497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28"/>
          <p:cNvSpPr/>
          <p:nvPr/>
        </p:nvSpPr>
        <p:spPr>
          <a:xfrm>
            <a:off x="594360" y="1682640"/>
            <a:ext cx="8046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04"/>
          <p:cNvSpPr/>
          <p:nvPr/>
        </p:nvSpPr>
        <p:spPr>
          <a:xfrm>
            <a:off x="658440" y="2331720"/>
            <a:ext cx="1416600" cy="3834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29"/>
          <p:cNvSpPr/>
          <p:nvPr/>
        </p:nvSpPr>
        <p:spPr>
          <a:xfrm>
            <a:off x="658440" y="2414160"/>
            <a:ext cx="14166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05"/>
          <p:cNvSpPr/>
          <p:nvPr/>
        </p:nvSpPr>
        <p:spPr>
          <a:xfrm>
            <a:off x="2240280" y="2331720"/>
            <a:ext cx="1690920" cy="3834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30"/>
          <p:cNvSpPr/>
          <p:nvPr/>
        </p:nvSpPr>
        <p:spPr>
          <a:xfrm>
            <a:off x="2240280" y="2414160"/>
            <a:ext cx="1690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06"/>
          <p:cNvSpPr/>
          <p:nvPr/>
        </p:nvSpPr>
        <p:spPr>
          <a:xfrm>
            <a:off x="4096440" y="2331720"/>
            <a:ext cx="822240" cy="3834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31"/>
          <p:cNvSpPr/>
          <p:nvPr/>
        </p:nvSpPr>
        <p:spPr>
          <a:xfrm>
            <a:off x="4096440" y="2414160"/>
            <a:ext cx="8222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07"/>
          <p:cNvSpPr/>
          <p:nvPr/>
        </p:nvSpPr>
        <p:spPr>
          <a:xfrm>
            <a:off x="5102280" y="2331720"/>
            <a:ext cx="959400" cy="3834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32"/>
          <p:cNvSpPr/>
          <p:nvPr/>
        </p:nvSpPr>
        <p:spPr>
          <a:xfrm>
            <a:off x="5102280" y="2414160"/>
            <a:ext cx="9594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08"/>
          <p:cNvSpPr/>
          <p:nvPr/>
        </p:nvSpPr>
        <p:spPr>
          <a:xfrm>
            <a:off x="6272640" y="2331720"/>
            <a:ext cx="1508040" cy="38340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33"/>
          <p:cNvSpPr/>
          <p:nvPr/>
        </p:nvSpPr>
        <p:spPr>
          <a:xfrm>
            <a:off x="6272640" y="2414160"/>
            <a:ext cx="1508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09"/>
          <p:cNvSpPr/>
          <p:nvPr/>
        </p:nvSpPr>
        <p:spPr>
          <a:xfrm>
            <a:off x="731520" y="3063240"/>
            <a:ext cx="10743480" cy="173664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34"/>
          <p:cNvSpPr/>
          <p:nvPr/>
        </p:nvSpPr>
        <p:spPr>
          <a:xfrm>
            <a:off x="932760" y="3227760"/>
            <a:ext cx="10341000" cy="14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5"/>
          <p:cNvSpPr/>
          <p:nvPr/>
        </p:nvSpPr>
        <p:spPr>
          <a:xfrm>
            <a:off x="749880" y="5166360"/>
            <a:ext cx="96919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110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36"/>
          <p:cNvSpPr/>
          <p:nvPr/>
        </p:nvSpPr>
        <p:spPr>
          <a:xfrm>
            <a:off x="548640" y="6419160"/>
            <a:ext cx="4114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7"/>
          <p:cNvSpPr/>
          <p:nvPr/>
        </p:nvSpPr>
        <p:spPr>
          <a:xfrm>
            <a:off x="548640" y="411480"/>
            <a:ext cx="11063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38"/>
          <p:cNvSpPr/>
          <p:nvPr/>
        </p:nvSpPr>
        <p:spPr>
          <a:xfrm>
            <a:off x="567000" y="987480"/>
            <a:ext cx="10606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12"/>
          <p:cNvSpPr/>
          <p:nvPr/>
        </p:nvSpPr>
        <p:spPr>
          <a:xfrm>
            <a:off x="658440" y="1600200"/>
            <a:ext cx="6885000" cy="191952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39"/>
          <p:cNvSpPr/>
          <p:nvPr/>
        </p:nvSpPr>
        <p:spPr>
          <a:xfrm>
            <a:off x="859680" y="1764720"/>
            <a:ext cx="6226560" cy="166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13"/>
          <p:cNvSpPr/>
          <p:nvPr/>
        </p:nvSpPr>
        <p:spPr>
          <a:xfrm>
            <a:off x="7772400" y="1600200"/>
            <a:ext cx="3748320" cy="191952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40"/>
          <p:cNvSpPr/>
          <p:nvPr/>
        </p:nvSpPr>
        <p:spPr>
          <a:xfrm>
            <a:off x="8229600" y="1764720"/>
            <a:ext cx="3089880" cy="166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41"/>
          <p:cNvSpPr/>
          <p:nvPr/>
        </p:nvSpPr>
        <p:spPr>
          <a:xfrm>
            <a:off x="685800" y="3977640"/>
            <a:ext cx="27424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42"/>
          <p:cNvSpPr/>
          <p:nvPr/>
        </p:nvSpPr>
        <p:spPr>
          <a:xfrm>
            <a:off x="822960" y="4462200"/>
            <a:ext cx="56685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14"/>
          <p:cNvSpPr/>
          <p:nvPr/>
        </p:nvSpPr>
        <p:spPr>
          <a:xfrm>
            <a:off x="6995160" y="4343400"/>
            <a:ext cx="4068360" cy="95940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43"/>
          <p:cNvSpPr/>
          <p:nvPr/>
        </p:nvSpPr>
        <p:spPr>
          <a:xfrm>
            <a:off x="7269480" y="4681800"/>
            <a:ext cx="3474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15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44"/>
          <p:cNvSpPr/>
          <p:nvPr/>
        </p:nvSpPr>
        <p:spPr>
          <a:xfrm>
            <a:off x="548640" y="6419160"/>
            <a:ext cx="4114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45"/>
          <p:cNvSpPr/>
          <p:nvPr/>
        </p:nvSpPr>
        <p:spPr>
          <a:xfrm>
            <a:off x="548640" y="41148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46"/>
          <p:cNvSpPr/>
          <p:nvPr/>
        </p:nvSpPr>
        <p:spPr>
          <a:xfrm>
            <a:off x="567000" y="987480"/>
            <a:ext cx="10606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17"/>
          <p:cNvSpPr/>
          <p:nvPr/>
        </p:nvSpPr>
        <p:spPr>
          <a:xfrm>
            <a:off x="685800" y="1463040"/>
            <a:ext cx="10789560" cy="71280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47"/>
          <p:cNvSpPr/>
          <p:nvPr/>
        </p:nvSpPr>
        <p:spPr>
          <a:xfrm>
            <a:off x="887040" y="1627560"/>
            <a:ext cx="1038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18"/>
          <p:cNvSpPr/>
          <p:nvPr/>
        </p:nvSpPr>
        <p:spPr>
          <a:xfrm>
            <a:off x="822960" y="2788920"/>
            <a:ext cx="2834280" cy="43848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48"/>
          <p:cNvSpPr/>
          <p:nvPr/>
        </p:nvSpPr>
        <p:spPr>
          <a:xfrm>
            <a:off x="969120" y="2898720"/>
            <a:ext cx="2559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49"/>
          <p:cNvSpPr/>
          <p:nvPr/>
        </p:nvSpPr>
        <p:spPr>
          <a:xfrm>
            <a:off x="3977640" y="2880360"/>
            <a:ext cx="6217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19"/>
          <p:cNvSpPr/>
          <p:nvPr/>
        </p:nvSpPr>
        <p:spPr>
          <a:xfrm>
            <a:off x="822960" y="3474720"/>
            <a:ext cx="2834280" cy="43848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50"/>
          <p:cNvSpPr/>
          <p:nvPr/>
        </p:nvSpPr>
        <p:spPr>
          <a:xfrm>
            <a:off x="969120" y="3584520"/>
            <a:ext cx="2559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51"/>
          <p:cNvSpPr/>
          <p:nvPr/>
        </p:nvSpPr>
        <p:spPr>
          <a:xfrm>
            <a:off x="3977640" y="3566160"/>
            <a:ext cx="6217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20"/>
          <p:cNvSpPr/>
          <p:nvPr/>
        </p:nvSpPr>
        <p:spPr>
          <a:xfrm>
            <a:off x="822960" y="4160520"/>
            <a:ext cx="2834280" cy="43848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52"/>
          <p:cNvSpPr/>
          <p:nvPr/>
        </p:nvSpPr>
        <p:spPr>
          <a:xfrm>
            <a:off x="969120" y="4270320"/>
            <a:ext cx="2559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53"/>
          <p:cNvSpPr/>
          <p:nvPr/>
        </p:nvSpPr>
        <p:spPr>
          <a:xfrm>
            <a:off x="3977640" y="4251960"/>
            <a:ext cx="6217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21"/>
          <p:cNvSpPr/>
          <p:nvPr/>
        </p:nvSpPr>
        <p:spPr>
          <a:xfrm>
            <a:off x="822960" y="4846320"/>
            <a:ext cx="2834280" cy="43848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54"/>
          <p:cNvSpPr/>
          <p:nvPr/>
        </p:nvSpPr>
        <p:spPr>
          <a:xfrm>
            <a:off x="969120" y="4956120"/>
            <a:ext cx="2559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55"/>
          <p:cNvSpPr/>
          <p:nvPr/>
        </p:nvSpPr>
        <p:spPr>
          <a:xfrm>
            <a:off x="3977640" y="4937760"/>
            <a:ext cx="6217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6"/>
          <p:cNvSpPr/>
          <p:nvPr/>
        </p:nvSpPr>
        <p:spPr>
          <a:xfrm>
            <a:off x="749880" y="5806440"/>
            <a:ext cx="97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12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57"/>
          <p:cNvSpPr/>
          <p:nvPr/>
        </p:nvSpPr>
        <p:spPr>
          <a:xfrm>
            <a:off x="548640" y="6419160"/>
            <a:ext cx="4114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58"/>
          <p:cNvSpPr/>
          <p:nvPr/>
        </p:nvSpPr>
        <p:spPr>
          <a:xfrm>
            <a:off x="548640" y="41148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59"/>
          <p:cNvSpPr/>
          <p:nvPr/>
        </p:nvSpPr>
        <p:spPr>
          <a:xfrm>
            <a:off x="567000" y="987480"/>
            <a:ext cx="10606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24"/>
          <p:cNvSpPr/>
          <p:nvPr/>
        </p:nvSpPr>
        <p:spPr>
          <a:xfrm>
            <a:off x="731520" y="1554480"/>
            <a:ext cx="10469880" cy="182844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60"/>
          <p:cNvSpPr/>
          <p:nvPr/>
        </p:nvSpPr>
        <p:spPr>
          <a:xfrm>
            <a:off x="932760" y="1719000"/>
            <a:ext cx="10040040" cy="157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61"/>
          <p:cNvSpPr/>
          <p:nvPr/>
        </p:nvSpPr>
        <p:spPr>
          <a:xfrm>
            <a:off x="6629400" y="3657600"/>
            <a:ext cx="43887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62"/>
          <p:cNvSpPr/>
          <p:nvPr/>
        </p:nvSpPr>
        <p:spPr>
          <a:xfrm>
            <a:off x="6629400" y="4298040"/>
            <a:ext cx="46630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25"/>
          <p:cNvSpPr/>
          <p:nvPr/>
        </p:nvSpPr>
        <p:spPr>
          <a:xfrm>
            <a:off x="914400" y="4251960"/>
            <a:ext cx="5211720" cy="109692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63"/>
          <p:cNvSpPr/>
          <p:nvPr/>
        </p:nvSpPr>
        <p:spPr>
          <a:xfrm>
            <a:off x="1115640" y="4416480"/>
            <a:ext cx="480924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126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64"/>
          <p:cNvSpPr/>
          <p:nvPr/>
        </p:nvSpPr>
        <p:spPr>
          <a:xfrm>
            <a:off x="548640" y="6419160"/>
            <a:ext cx="4114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65"/>
          <p:cNvSpPr/>
          <p:nvPr/>
        </p:nvSpPr>
        <p:spPr>
          <a:xfrm>
            <a:off x="548640" y="41148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66"/>
          <p:cNvSpPr/>
          <p:nvPr/>
        </p:nvSpPr>
        <p:spPr>
          <a:xfrm>
            <a:off x="567000" y="987480"/>
            <a:ext cx="10606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28"/>
          <p:cNvSpPr/>
          <p:nvPr/>
        </p:nvSpPr>
        <p:spPr>
          <a:xfrm>
            <a:off x="685800" y="1536120"/>
            <a:ext cx="9829800" cy="74988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67"/>
          <p:cNvSpPr/>
          <p:nvPr/>
        </p:nvSpPr>
        <p:spPr>
          <a:xfrm>
            <a:off x="887040" y="1600200"/>
            <a:ext cx="939996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29"/>
          <p:cNvSpPr/>
          <p:nvPr/>
        </p:nvSpPr>
        <p:spPr>
          <a:xfrm flipV="1">
            <a:off x="6602040" y="2513880"/>
            <a:ext cx="4937400" cy="160020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68"/>
          <p:cNvSpPr/>
          <p:nvPr/>
        </p:nvSpPr>
        <p:spPr>
          <a:xfrm>
            <a:off x="6803280" y="2514600"/>
            <a:ext cx="4534920" cy="16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69"/>
          <p:cNvSpPr/>
          <p:nvPr/>
        </p:nvSpPr>
        <p:spPr>
          <a:xfrm>
            <a:off x="749880" y="3794760"/>
            <a:ext cx="2559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30"/>
          <p:cNvSpPr/>
          <p:nvPr/>
        </p:nvSpPr>
        <p:spPr>
          <a:xfrm>
            <a:off x="841320" y="4370760"/>
            <a:ext cx="383760" cy="38376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70"/>
          <p:cNvSpPr/>
          <p:nvPr/>
        </p:nvSpPr>
        <p:spPr>
          <a:xfrm>
            <a:off x="841320" y="4457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71"/>
          <p:cNvSpPr/>
          <p:nvPr/>
        </p:nvSpPr>
        <p:spPr>
          <a:xfrm>
            <a:off x="1344240" y="4407480"/>
            <a:ext cx="2468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32"/>
          <p:cNvSpPr/>
          <p:nvPr/>
        </p:nvSpPr>
        <p:spPr>
          <a:xfrm>
            <a:off x="3822120" y="4370760"/>
            <a:ext cx="383760" cy="38376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2"/>
          <p:cNvSpPr/>
          <p:nvPr/>
        </p:nvSpPr>
        <p:spPr>
          <a:xfrm>
            <a:off x="3822120" y="4457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73"/>
          <p:cNvSpPr/>
          <p:nvPr/>
        </p:nvSpPr>
        <p:spPr>
          <a:xfrm>
            <a:off x="4325040" y="4407480"/>
            <a:ext cx="1828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34"/>
          <p:cNvSpPr/>
          <p:nvPr/>
        </p:nvSpPr>
        <p:spPr>
          <a:xfrm>
            <a:off x="6199560" y="4370760"/>
            <a:ext cx="383760" cy="38376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74"/>
          <p:cNvSpPr/>
          <p:nvPr/>
        </p:nvSpPr>
        <p:spPr>
          <a:xfrm>
            <a:off x="6199560" y="4457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75"/>
          <p:cNvSpPr/>
          <p:nvPr/>
        </p:nvSpPr>
        <p:spPr>
          <a:xfrm>
            <a:off x="6702480" y="4407480"/>
            <a:ext cx="1599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76"/>
          <p:cNvSpPr/>
          <p:nvPr/>
        </p:nvSpPr>
        <p:spPr>
          <a:xfrm>
            <a:off x="786240" y="5532120"/>
            <a:ext cx="10423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135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77"/>
          <p:cNvSpPr/>
          <p:nvPr/>
        </p:nvSpPr>
        <p:spPr>
          <a:xfrm>
            <a:off x="548640" y="6419160"/>
            <a:ext cx="4114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8"/>
          <p:cNvSpPr/>
          <p:nvPr/>
        </p:nvSpPr>
        <p:spPr>
          <a:xfrm>
            <a:off x="548640" y="41148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79"/>
          <p:cNvSpPr/>
          <p:nvPr/>
        </p:nvSpPr>
        <p:spPr>
          <a:xfrm>
            <a:off x="567000" y="987480"/>
            <a:ext cx="10606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37"/>
          <p:cNvSpPr/>
          <p:nvPr/>
        </p:nvSpPr>
        <p:spPr>
          <a:xfrm>
            <a:off x="713160" y="1508760"/>
            <a:ext cx="8888040" cy="54864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80"/>
          <p:cNvSpPr/>
          <p:nvPr/>
        </p:nvSpPr>
        <p:spPr>
          <a:xfrm>
            <a:off x="914400" y="1508760"/>
            <a:ext cx="937260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38"/>
          <p:cNvSpPr/>
          <p:nvPr/>
        </p:nvSpPr>
        <p:spPr>
          <a:xfrm>
            <a:off x="6537960" y="2286000"/>
            <a:ext cx="5074560" cy="137160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81"/>
          <p:cNvSpPr/>
          <p:nvPr/>
        </p:nvSpPr>
        <p:spPr>
          <a:xfrm>
            <a:off x="6739200" y="2286000"/>
            <a:ext cx="4672080" cy="13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39"/>
          <p:cNvSpPr/>
          <p:nvPr/>
        </p:nvSpPr>
        <p:spPr>
          <a:xfrm>
            <a:off x="960120" y="4005000"/>
            <a:ext cx="1462680" cy="82260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82"/>
          <p:cNvSpPr/>
          <p:nvPr/>
        </p:nvSpPr>
        <p:spPr>
          <a:xfrm>
            <a:off x="1234440" y="4325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41"/>
          <p:cNvSpPr/>
          <p:nvPr/>
        </p:nvSpPr>
        <p:spPr>
          <a:xfrm>
            <a:off x="4251960" y="4005000"/>
            <a:ext cx="1645560" cy="82260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83"/>
          <p:cNvSpPr/>
          <p:nvPr/>
        </p:nvSpPr>
        <p:spPr>
          <a:xfrm>
            <a:off x="4462200" y="4325040"/>
            <a:ext cx="1234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43"/>
          <p:cNvSpPr/>
          <p:nvPr/>
        </p:nvSpPr>
        <p:spPr>
          <a:xfrm>
            <a:off x="7589520" y="4005000"/>
            <a:ext cx="1737000" cy="82260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84"/>
          <p:cNvSpPr/>
          <p:nvPr/>
        </p:nvSpPr>
        <p:spPr>
          <a:xfrm>
            <a:off x="7927920" y="4325040"/>
            <a:ext cx="1005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85"/>
          <p:cNvSpPr/>
          <p:nvPr/>
        </p:nvSpPr>
        <p:spPr>
          <a:xfrm>
            <a:off x="868680" y="55962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144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86"/>
          <p:cNvSpPr/>
          <p:nvPr/>
        </p:nvSpPr>
        <p:spPr>
          <a:xfrm>
            <a:off x="548640" y="6419160"/>
            <a:ext cx="4114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87"/>
          <p:cNvSpPr/>
          <p:nvPr/>
        </p:nvSpPr>
        <p:spPr>
          <a:xfrm>
            <a:off x="548640" y="41148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88"/>
          <p:cNvSpPr/>
          <p:nvPr/>
        </p:nvSpPr>
        <p:spPr>
          <a:xfrm>
            <a:off x="567000" y="987480"/>
            <a:ext cx="10606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46"/>
          <p:cNvSpPr/>
          <p:nvPr/>
        </p:nvSpPr>
        <p:spPr>
          <a:xfrm>
            <a:off x="749880" y="1536120"/>
            <a:ext cx="10423800" cy="71280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89"/>
          <p:cNvSpPr/>
          <p:nvPr/>
        </p:nvSpPr>
        <p:spPr>
          <a:xfrm>
            <a:off x="951120" y="1700640"/>
            <a:ext cx="1002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47"/>
          <p:cNvSpPr/>
          <p:nvPr/>
        </p:nvSpPr>
        <p:spPr>
          <a:xfrm>
            <a:off x="804600" y="2743200"/>
            <a:ext cx="5394600" cy="141696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90"/>
          <p:cNvSpPr/>
          <p:nvPr/>
        </p:nvSpPr>
        <p:spPr>
          <a:xfrm>
            <a:off x="1005840" y="2907720"/>
            <a:ext cx="4992120" cy="11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91"/>
          <p:cNvSpPr/>
          <p:nvPr/>
        </p:nvSpPr>
        <p:spPr>
          <a:xfrm>
            <a:off x="6720840" y="27615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92"/>
          <p:cNvSpPr/>
          <p:nvPr/>
        </p:nvSpPr>
        <p:spPr>
          <a:xfrm>
            <a:off x="6729840" y="3273480"/>
            <a:ext cx="44802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48"/>
          <p:cNvSpPr/>
          <p:nvPr/>
        </p:nvSpPr>
        <p:spPr>
          <a:xfrm>
            <a:off x="822960" y="4937760"/>
            <a:ext cx="7314840" cy="59400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93"/>
          <p:cNvSpPr/>
          <p:nvPr/>
        </p:nvSpPr>
        <p:spPr>
          <a:xfrm>
            <a:off x="1024200" y="5102280"/>
            <a:ext cx="691236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149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94"/>
          <p:cNvSpPr/>
          <p:nvPr/>
        </p:nvSpPr>
        <p:spPr>
          <a:xfrm>
            <a:off x="548640" y="6419160"/>
            <a:ext cx="4114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5"/>
          <p:cNvSpPr/>
          <p:nvPr/>
        </p:nvSpPr>
        <p:spPr>
          <a:xfrm>
            <a:off x="548640" y="41148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96"/>
          <p:cNvSpPr/>
          <p:nvPr/>
        </p:nvSpPr>
        <p:spPr>
          <a:xfrm>
            <a:off x="567000" y="987480"/>
            <a:ext cx="10606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51"/>
          <p:cNvSpPr/>
          <p:nvPr/>
        </p:nvSpPr>
        <p:spPr>
          <a:xfrm>
            <a:off x="777240" y="1874520"/>
            <a:ext cx="1298160" cy="5940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97"/>
          <p:cNvSpPr/>
          <p:nvPr/>
        </p:nvSpPr>
        <p:spPr>
          <a:xfrm>
            <a:off x="777240" y="2084760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153"/>
          <p:cNvSpPr/>
          <p:nvPr/>
        </p:nvSpPr>
        <p:spPr>
          <a:xfrm>
            <a:off x="2468880" y="1874520"/>
            <a:ext cx="1298160" cy="5940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98"/>
          <p:cNvSpPr/>
          <p:nvPr/>
        </p:nvSpPr>
        <p:spPr>
          <a:xfrm>
            <a:off x="2468880" y="2084760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155"/>
          <p:cNvSpPr/>
          <p:nvPr/>
        </p:nvSpPr>
        <p:spPr>
          <a:xfrm>
            <a:off x="4160520" y="1874520"/>
            <a:ext cx="1298160" cy="5940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99"/>
          <p:cNvSpPr/>
          <p:nvPr/>
        </p:nvSpPr>
        <p:spPr>
          <a:xfrm>
            <a:off x="4160520" y="2084760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157"/>
          <p:cNvSpPr/>
          <p:nvPr/>
        </p:nvSpPr>
        <p:spPr>
          <a:xfrm>
            <a:off x="5852160" y="1874520"/>
            <a:ext cx="1298160" cy="5940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00"/>
          <p:cNvSpPr/>
          <p:nvPr/>
        </p:nvSpPr>
        <p:spPr>
          <a:xfrm>
            <a:off x="5852160" y="2084760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59"/>
          <p:cNvSpPr/>
          <p:nvPr/>
        </p:nvSpPr>
        <p:spPr>
          <a:xfrm>
            <a:off x="7543800" y="1874520"/>
            <a:ext cx="1298160" cy="5940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01"/>
          <p:cNvSpPr/>
          <p:nvPr/>
        </p:nvSpPr>
        <p:spPr>
          <a:xfrm>
            <a:off x="7543800" y="2084760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61"/>
          <p:cNvSpPr/>
          <p:nvPr/>
        </p:nvSpPr>
        <p:spPr>
          <a:xfrm>
            <a:off x="9235440" y="1874520"/>
            <a:ext cx="1298160" cy="59400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02"/>
          <p:cNvSpPr/>
          <p:nvPr/>
        </p:nvSpPr>
        <p:spPr>
          <a:xfrm>
            <a:off x="9235440" y="2084760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203"/>
          <p:cNvSpPr/>
          <p:nvPr/>
        </p:nvSpPr>
        <p:spPr>
          <a:xfrm>
            <a:off x="822960" y="324612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04"/>
          <p:cNvSpPr/>
          <p:nvPr/>
        </p:nvSpPr>
        <p:spPr>
          <a:xfrm>
            <a:off x="868680" y="3749040"/>
            <a:ext cx="81378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62"/>
          <p:cNvSpPr/>
          <p:nvPr/>
        </p:nvSpPr>
        <p:spPr>
          <a:xfrm>
            <a:off x="6446520" y="5559480"/>
            <a:ext cx="4663080" cy="52992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205"/>
          <p:cNvSpPr/>
          <p:nvPr/>
        </p:nvSpPr>
        <p:spPr>
          <a:xfrm>
            <a:off x="6647760" y="5724000"/>
            <a:ext cx="4260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3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4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9"/>
          <p:cNvSpPr/>
          <p:nvPr/>
        </p:nvSpPr>
        <p:spPr>
          <a:xfrm>
            <a:off x="594360" y="1051560"/>
            <a:ext cx="4570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4"/>
          <p:cNvSpPr/>
          <p:nvPr/>
        </p:nvSpPr>
        <p:spPr>
          <a:xfrm>
            <a:off x="567000" y="1508760"/>
            <a:ext cx="987408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9"/>
          <p:cNvSpPr/>
          <p:nvPr/>
        </p:nvSpPr>
        <p:spPr>
          <a:xfrm>
            <a:off x="603360" y="2331720"/>
            <a:ext cx="9691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7"/>
          <p:cNvSpPr/>
          <p:nvPr/>
        </p:nvSpPr>
        <p:spPr>
          <a:xfrm>
            <a:off x="914400" y="3794760"/>
            <a:ext cx="1918800" cy="73008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44"/>
          <p:cNvSpPr/>
          <p:nvPr/>
        </p:nvSpPr>
        <p:spPr>
          <a:xfrm>
            <a:off x="987480" y="3940920"/>
            <a:ext cx="17726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23"/>
          <p:cNvSpPr/>
          <p:nvPr/>
        </p:nvSpPr>
        <p:spPr>
          <a:xfrm>
            <a:off x="4160520" y="3794760"/>
            <a:ext cx="2101680" cy="73008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5"/>
          <p:cNvSpPr/>
          <p:nvPr/>
        </p:nvSpPr>
        <p:spPr>
          <a:xfrm>
            <a:off x="4233600" y="3940920"/>
            <a:ext cx="1955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6"/>
          <p:cNvSpPr/>
          <p:nvPr/>
        </p:nvSpPr>
        <p:spPr>
          <a:xfrm>
            <a:off x="7589520" y="3794760"/>
            <a:ext cx="2193120" cy="73008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46"/>
          <p:cNvSpPr/>
          <p:nvPr/>
        </p:nvSpPr>
        <p:spPr>
          <a:xfrm>
            <a:off x="7662600" y="3940920"/>
            <a:ext cx="20469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8"/>
          <p:cNvSpPr/>
          <p:nvPr/>
        </p:nvSpPr>
        <p:spPr>
          <a:xfrm>
            <a:off x="10744200" y="3794760"/>
            <a:ext cx="912960" cy="73008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47"/>
          <p:cNvSpPr/>
          <p:nvPr/>
        </p:nvSpPr>
        <p:spPr>
          <a:xfrm>
            <a:off x="10817280" y="3940920"/>
            <a:ext cx="766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30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31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48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49"/>
          <p:cNvSpPr/>
          <p:nvPr/>
        </p:nvSpPr>
        <p:spPr>
          <a:xfrm>
            <a:off x="50292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50"/>
          <p:cNvSpPr/>
          <p:nvPr/>
        </p:nvSpPr>
        <p:spPr>
          <a:xfrm>
            <a:off x="530280" y="9874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38"/>
          <p:cNvSpPr/>
          <p:nvPr/>
        </p:nvSpPr>
        <p:spPr>
          <a:xfrm>
            <a:off x="502920" y="2487240"/>
            <a:ext cx="1233000" cy="91296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51"/>
          <p:cNvSpPr/>
          <p:nvPr/>
        </p:nvSpPr>
        <p:spPr>
          <a:xfrm>
            <a:off x="576000" y="2633400"/>
            <a:ext cx="108684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40"/>
          <p:cNvSpPr/>
          <p:nvPr/>
        </p:nvSpPr>
        <p:spPr>
          <a:xfrm>
            <a:off x="2514600" y="2487240"/>
            <a:ext cx="1233000" cy="91296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52"/>
          <p:cNvSpPr/>
          <p:nvPr/>
        </p:nvSpPr>
        <p:spPr>
          <a:xfrm>
            <a:off x="2587680" y="2633400"/>
            <a:ext cx="108684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41"/>
          <p:cNvSpPr/>
          <p:nvPr/>
        </p:nvSpPr>
        <p:spPr>
          <a:xfrm>
            <a:off x="4498920" y="2487240"/>
            <a:ext cx="1233000" cy="91296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53"/>
          <p:cNvSpPr/>
          <p:nvPr/>
        </p:nvSpPr>
        <p:spPr>
          <a:xfrm>
            <a:off x="4572000" y="2633400"/>
            <a:ext cx="108684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2"/>
          <p:cNvSpPr/>
          <p:nvPr/>
        </p:nvSpPr>
        <p:spPr>
          <a:xfrm>
            <a:off x="6473880" y="2487240"/>
            <a:ext cx="1233000" cy="91296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4"/>
          <p:cNvSpPr/>
          <p:nvPr/>
        </p:nvSpPr>
        <p:spPr>
          <a:xfrm>
            <a:off x="6546960" y="2633400"/>
            <a:ext cx="108684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43"/>
          <p:cNvSpPr/>
          <p:nvPr/>
        </p:nvSpPr>
        <p:spPr>
          <a:xfrm>
            <a:off x="8458200" y="2487240"/>
            <a:ext cx="1233000" cy="91296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55"/>
          <p:cNvSpPr/>
          <p:nvPr/>
        </p:nvSpPr>
        <p:spPr>
          <a:xfrm>
            <a:off x="8531280" y="2633400"/>
            <a:ext cx="108684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44"/>
          <p:cNvSpPr/>
          <p:nvPr/>
        </p:nvSpPr>
        <p:spPr>
          <a:xfrm>
            <a:off x="10451520" y="2487240"/>
            <a:ext cx="1233000" cy="91296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56"/>
          <p:cNvSpPr/>
          <p:nvPr/>
        </p:nvSpPr>
        <p:spPr>
          <a:xfrm>
            <a:off x="10524600" y="2633400"/>
            <a:ext cx="108684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7"/>
          <p:cNvSpPr/>
          <p:nvPr/>
        </p:nvSpPr>
        <p:spPr>
          <a:xfrm>
            <a:off x="822960" y="4617720"/>
            <a:ext cx="1060560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Shape 45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46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58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59"/>
          <p:cNvSpPr/>
          <p:nvPr/>
        </p:nvSpPr>
        <p:spPr>
          <a:xfrm>
            <a:off x="50292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0"/>
          <p:cNvSpPr/>
          <p:nvPr/>
        </p:nvSpPr>
        <p:spPr>
          <a:xfrm>
            <a:off x="530280" y="9874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47"/>
          <p:cNvSpPr/>
          <p:nvPr/>
        </p:nvSpPr>
        <p:spPr>
          <a:xfrm>
            <a:off x="640080" y="1508760"/>
            <a:ext cx="3153240" cy="388476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61"/>
          <p:cNvSpPr/>
          <p:nvPr/>
        </p:nvSpPr>
        <p:spPr>
          <a:xfrm>
            <a:off x="914400" y="1783080"/>
            <a:ext cx="25588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62"/>
          <p:cNvSpPr/>
          <p:nvPr/>
        </p:nvSpPr>
        <p:spPr>
          <a:xfrm>
            <a:off x="914400" y="2423160"/>
            <a:ext cx="2558880" cy="22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48"/>
          <p:cNvSpPr/>
          <p:nvPr/>
        </p:nvSpPr>
        <p:spPr>
          <a:xfrm>
            <a:off x="4526280" y="1508760"/>
            <a:ext cx="3153240" cy="388476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3"/>
          <p:cNvSpPr/>
          <p:nvPr/>
        </p:nvSpPr>
        <p:spPr>
          <a:xfrm>
            <a:off x="4800600" y="1783080"/>
            <a:ext cx="25588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64"/>
          <p:cNvSpPr/>
          <p:nvPr/>
        </p:nvSpPr>
        <p:spPr>
          <a:xfrm>
            <a:off x="4800600" y="2423160"/>
            <a:ext cx="2558880" cy="22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49"/>
          <p:cNvSpPr/>
          <p:nvPr/>
        </p:nvSpPr>
        <p:spPr>
          <a:xfrm>
            <a:off x="8412480" y="1508760"/>
            <a:ext cx="3153240" cy="388476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65"/>
          <p:cNvSpPr/>
          <p:nvPr/>
        </p:nvSpPr>
        <p:spPr>
          <a:xfrm>
            <a:off x="8686800" y="1783080"/>
            <a:ext cx="25588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66"/>
          <p:cNvSpPr/>
          <p:nvPr/>
        </p:nvSpPr>
        <p:spPr>
          <a:xfrm>
            <a:off x="8686800" y="2423160"/>
            <a:ext cx="2558880" cy="22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50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1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7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68"/>
          <p:cNvSpPr/>
          <p:nvPr/>
        </p:nvSpPr>
        <p:spPr>
          <a:xfrm>
            <a:off x="50292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69"/>
          <p:cNvSpPr/>
          <p:nvPr/>
        </p:nvSpPr>
        <p:spPr>
          <a:xfrm>
            <a:off x="530280" y="9874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52"/>
          <p:cNvSpPr/>
          <p:nvPr/>
        </p:nvSpPr>
        <p:spPr>
          <a:xfrm>
            <a:off x="685800" y="1600200"/>
            <a:ext cx="5576400" cy="237600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70"/>
          <p:cNvSpPr/>
          <p:nvPr/>
        </p:nvSpPr>
        <p:spPr>
          <a:xfrm>
            <a:off x="822960" y="1719000"/>
            <a:ext cx="5302080" cy="21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53"/>
          <p:cNvSpPr/>
          <p:nvPr/>
        </p:nvSpPr>
        <p:spPr>
          <a:xfrm>
            <a:off x="6720840" y="1600200"/>
            <a:ext cx="4707720" cy="237600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71"/>
          <p:cNvSpPr/>
          <p:nvPr/>
        </p:nvSpPr>
        <p:spPr>
          <a:xfrm>
            <a:off x="7040880" y="1828800"/>
            <a:ext cx="4113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72"/>
          <p:cNvSpPr/>
          <p:nvPr/>
        </p:nvSpPr>
        <p:spPr>
          <a:xfrm>
            <a:off x="7040880" y="2423160"/>
            <a:ext cx="402192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54"/>
          <p:cNvSpPr/>
          <p:nvPr/>
        </p:nvSpPr>
        <p:spPr>
          <a:xfrm>
            <a:off x="7040880" y="4069080"/>
            <a:ext cx="1461600" cy="32760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73"/>
          <p:cNvSpPr/>
          <p:nvPr/>
        </p:nvSpPr>
        <p:spPr>
          <a:xfrm>
            <a:off x="7113960" y="4142160"/>
            <a:ext cx="131544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55"/>
          <p:cNvSpPr/>
          <p:nvPr/>
        </p:nvSpPr>
        <p:spPr>
          <a:xfrm>
            <a:off x="8641080" y="4069080"/>
            <a:ext cx="1415880" cy="32760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74"/>
          <p:cNvSpPr/>
          <p:nvPr/>
        </p:nvSpPr>
        <p:spPr>
          <a:xfrm>
            <a:off x="8714160" y="4142160"/>
            <a:ext cx="126972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56"/>
          <p:cNvSpPr/>
          <p:nvPr/>
        </p:nvSpPr>
        <p:spPr>
          <a:xfrm>
            <a:off x="10195560" y="4069080"/>
            <a:ext cx="1050120" cy="32760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75"/>
          <p:cNvSpPr/>
          <p:nvPr/>
        </p:nvSpPr>
        <p:spPr>
          <a:xfrm>
            <a:off x="10268640" y="4142160"/>
            <a:ext cx="90396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57"/>
          <p:cNvSpPr/>
          <p:nvPr/>
        </p:nvSpPr>
        <p:spPr>
          <a:xfrm>
            <a:off x="685800" y="4892040"/>
            <a:ext cx="5576400" cy="59292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76"/>
          <p:cNvSpPr/>
          <p:nvPr/>
        </p:nvSpPr>
        <p:spPr>
          <a:xfrm>
            <a:off x="822960" y="5010840"/>
            <a:ext cx="53020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77"/>
          <p:cNvSpPr/>
          <p:nvPr/>
        </p:nvSpPr>
        <p:spPr>
          <a:xfrm>
            <a:off x="6720840" y="4974480"/>
            <a:ext cx="47534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58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59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78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79"/>
          <p:cNvSpPr/>
          <p:nvPr/>
        </p:nvSpPr>
        <p:spPr>
          <a:xfrm>
            <a:off x="50292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80"/>
          <p:cNvSpPr/>
          <p:nvPr/>
        </p:nvSpPr>
        <p:spPr>
          <a:xfrm>
            <a:off x="530280" y="9874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60"/>
          <p:cNvSpPr/>
          <p:nvPr/>
        </p:nvSpPr>
        <p:spPr>
          <a:xfrm>
            <a:off x="685800" y="1417320"/>
            <a:ext cx="6125040" cy="415908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1"/>
          <p:cNvSpPr/>
          <p:nvPr/>
        </p:nvSpPr>
        <p:spPr>
          <a:xfrm>
            <a:off x="822960" y="1536120"/>
            <a:ext cx="5850720" cy="39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61"/>
          <p:cNvSpPr/>
          <p:nvPr/>
        </p:nvSpPr>
        <p:spPr>
          <a:xfrm>
            <a:off x="7315200" y="1600200"/>
            <a:ext cx="4296240" cy="356472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82"/>
          <p:cNvSpPr/>
          <p:nvPr/>
        </p:nvSpPr>
        <p:spPr>
          <a:xfrm>
            <a:off x="7589520" y="1874520"/>
            <a:ext cx="37476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62"/>
          <p:cNvSpPr/>
          <p:nvPr/>
        </p:nvSpPr>
        <p:spPr>
          <a:xfrm>
            <a:off x="7589520" y="2514600"/>
            <a:ext cx="3473280" cy="100440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83"/>
          <p:cNvSpPr/>
          <p:nvPr/>
        </p:nvSpPr>
        <p:spPr>
          <a:xfrm>
            <a:off x="7726680" y="2633400"/>
            <a:ext cx="31989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84"/>
          <p:cNvSpPr/>
          <p:nvPr/>
        </p:nvSpPr>
        <p:spPr>
          <a:xfrm>
            <a:off x="7589520" y="393192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Shape 63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64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85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86"/>
          <p:cNvSpPr/>
          <p:nvPr/>
        </p:nvSpPr>
        <p:spPr>
          <a:xfrm>
            <a:off x="50292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87"/>
          <p:cNvSpPr/>
          <p:nvPr/>
        </p:nvSpPr>
        <p:spPr>
          <a:xfrm>
            <a:off x="530280" y="9874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65"/>
          <p:cNvSpPr/>
          <p:nvPr/>
        </p:nvSpPr>
        <p:spPr>
          <a:xfrm>
            <a:off x="685800" y="1600200"/>
            <a:ext cx="10834200" cy="278748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88"/>
          <p:cNvSpPr/>
          <p:nvPr/>
        </p:nvSpPr>
        <p:spPr>
          <a:xfrm>
            <a:off x="822960" y="1719000"/>
            <a:ext cx="10559880" cy="260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66"/>
          <p:cNvSpPr/>
          <p:nvPr/>
        </p:nvSpPr>
        <p:spPr>
          <a:xfrm>
            <a:off x="685800" y="4892040"/>
            <a:ext cx="10834200" cy="77580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89"/>
          <p:cNvSpPr/>
          <p:nvPr/>
        </p:nvSpPr>
        <p:spPr>
          <a:xfrm>
            <a:off x="960120" y="5102280"/>
            <a:ext cx="102398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Shape 67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68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90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91"/>
          <p:cNvSpPr/>
          <p:nvPr/>
        </p:nvSpPr>
        <p:spPr>
          <a:xfrm>
            <a:off x="50292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92"/>
          <p:cNvSpPr/>
          <p:nvPr/>
        </p:nvSpPr>
        <p:spPr>
          <a:xfrm>
            <a:off x="530280" y="9874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69"/>
          <p:cNvSpPr/>
          <p:nvPr/>
        </p:nvSpPr>
        <p:spPr>
          <a:xfrm>
            <a:off x="685800" y="1508760"/>
            <a:ext cx="5484960" cy="182736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3"/>
          <p:cNvSpPr/>
          <p:nvPr/>
        </p:nvSpPr>
        <p:spPr>
          <a:xfrm>
            <a:off x="822960" y="1627560"/>
            <a:ext cx="521064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70"/>
          <p:cNvSpPr/>
          <p:nvPr/>
        </p:nvSpPr>
        <p:spPr>
          <a:xfrm>
            <a:off x="6583680" y="1508760"/>
            <a:ext cx="5074200" cy="182736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94"/>
          <p:cNvSpPr/>
          <p:nvPr/>
        </p:nvSpPr>
        <p:spPr>
          <a:xfrm>
            <a:off x="6720840" y="1627560"/>
            <a:ext cx="493704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71"/>
          <p:cNvSpPr/>
          <p:nvPr/>
        </p:nvSpPr>
        <p:spPr>
          <a:xfrm>
            <a:off x="1097280" y="4434840"/>
            <a:ext cx="1187280" cy="68436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95"/>
          <p:cNvSpPr/>
          <p:nvPr/>
        </p:nvSpPr>
        <p:spPr>
          <a:xfrm>
            <a:off x="1170360" y="4581000"/>
            <a:ext cx="1041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73"/>
          <p:cNvSpPr/>
          <p:nvPr/>
        </p:nvSpPr>
        <p:spPr>
          <a:xfrm>
            <a:off x="3520440" y="4434840"/>
            <a:ext cx="1187280" cy="68436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96"/>
          <p:cNvSpPr/>
          <p:nvPr/>
        </p:nvSpPr>
        <p:spPr>
          <a:xfrm>
            <a:off x="3593520" y="4581000"/>
            <a:ext cx="1041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75"/>
          <p:cNvSpPr/>
          <p:nvPr/>
        </p:nvSpPr>
        <p:spPr>
          <a:xfrm>
            <a:off x="5925240" y="4434840"/>
            <a:ext cx="1187280" cy="68436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97"/>
          <p:cNvSpPr/>
          <p:nvPr/>
        </p:nvSpPr>
        <p:spPr>
          <a:xfrm>
            <a:off x="5998320" y="4581000"/>
            <a:ext cx="1041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77"/>
          <p:cNvSpPr/>
          <p:nvPr/>
        </p:nvSpPr>
        <p:spPr>
          <a:xfrm>
            <a:off x="8321040" y="4434840"/>
            <a:ext cx="1187280" cy="68436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98"/>
          <p:cNvSpPr/>
          <p:nvPr/>
        </p:nvSpPr>
        <p:spPr>
          <a:xfrm>
            <a:off x="8394120" y="4581000"/>
            <a:ext cx="10411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79"/>
          <p:cNvSpPr/>
          <p:nvPr/>
        </p:nvSpPr>
        <p:spPr>
          <a:xfrm>
            <a:off x="10744200" y="4434840"/>
            <a:ext cx="1141560" cy="68436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99"/>
          <p:cNvSpPr/>
          <p:nvPr/>
        </p:nvSpPr>
        <p:spPr>
          <a:xfrm>
            <a:off x="10817280" y="4581000"/>
            <a:ext cx="995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80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81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00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01"/>
          <p:cNvSpPr/>
          <p:nvPr/>
        </p:nvSpPr>
        <p:spPr>
          <a:xfrm>
            <a:off x="50292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02"/>
          <p:cNvSpPr/>
          <p:nvPr/>
        </p:nvSpPr>
        <p:spPr>
          <a:xfrm>
            <a:off x="530280" y="9874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82"/>
          <p:cNvSpPr/>
          <p:nvPr/>
        </p:nvSpPr>
        <p:spPr>
          <a:xfrm>
            <a:off x="685800" y="1417320"/>
            <a:ext cx="5805000" cy="415908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03"/>
          <p:cNvSpPr/>
          <p:nvPr/>
        </p:nvSpPr>
        <p:spPr>
          <a:xfrm>
            <a:off x="822960" y="1536120"/>
            <a:ext cx="5530680" cy="39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83"/>
          <p:cNvSpPr/>
          <p:nvPr/>
        </p:nvSpPr>
        <p:spPr>
          <a:xfrm>
            <a:off x="6949440" y="1645920"/>
            <a:ext cx="4479120" cy="329040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04"/>
          <p:cNvSpPr/>
          <p:nvPr/>
        </p:nvSpPr>
        <p:spPr>
          <a:xfrm>
            <a:off x="7223760" y="1920240"/>
            <a:ext cx="3930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05"/>
          <p:cNvSpPr/>
          <p:nvPr/>
        </p:nvSpPr>
        <p:spPr>
          <a:xfrm>
            <a:off x="7223760" y="2560320"/>
            <a:ext cx="379332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84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85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06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07"/>
          <p:cNvSpPr/>
          <p:nvPr/>
        </p:nvSpPr>
        <p:spPr>
          <a:xfrm>
            <a:off x="50292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108"/>
          <p:cNvSpPr/>
          <p:nvPr/>
        </p:nvSpPr>
        <p:spPr>
          <a:xfrm>
            <a:off x="530280" y="9874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86"/>
          <p:cNvSpPr/>
          <p:nvPr/>
        </p:nvSpPr>
        <p:spPr>
          <a:xfrm>
            <a:off x="685800" y="1508760"/>
            <a:ext cx="5302080" cy="182736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09"/>
          <p:cNvSpPr/>
          <p:nvPr/>
        </p:nvSpPr>
        <p:spPr>
          <a:xfrm>
            <a:off x="822960" y="1627560"/>
            <a:ext cx="502776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87"/>
          <p:cNvSpPr/>
          <p:nvPr/>
        </p:nvSpPr>
        <p:spPr>
          <a:xfrm>
            <a:off x="6446520" y="1508760"/>
            <a:ext cx="5073480" cy="182736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10"/>
          <p:cNvSpPr/>
          <p:nvPr/>
        </p:nvSpPr>
        <p:spPr>
          <a:xfrm>
            <a:off x="6720840" y="1783080"/>
            <a:ext cx="4387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88"/>
          <p:cNvSpPr/>
          <p:nvPr/>
        </p:nvSpPr>
        <p:spPr>
          <a:xfrm>
            <a:off x="6720840" y="2331720"/>
            <a:ext cx="4341960" cy="77580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11"/>
          <p:cNvSpPr/>
          <p:nvPr/>
        </p:nvSpPr>
        <p:spPr>
          <a:xfrm>
            <a:off x="6858000" y="2450520"/>
            <a:ext cx="40676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112"/>
          <p:cNvSpPr/>
          <p:nvPr/>
        </p:nvSpPr>
        <p:spPr>
          <a:xfrm>
            <a:off x="685800" y="3794760"/>
            <a:ext cx="2101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89"/>
          <p:cNvSpPr/>
          <p:nvPr/>
        </p:nvSpPr>
        <p:spPr>
          <a:xfrm>
            <a:off x="2971800" y="4069080"/>
            <a:ext cx="2010240" cy="71172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13"/>
          <p:cNvSpPr/>
          <p:nvPr/>
        </p:nvSpPr>
        <p:spPr>
          <a:xfrm>
            <a:off x="3044880" y="4215240"/>
            <a:ext cx="186408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91"/>
          <p:cNvSpPr/>
          <p:nvPr/>
        </p:nvSpPr>
        <p:spPr>
          <a:xfrm>
            <a:off x="5989320" y="4069080"/>
            <a:ext cx="2010240" cy="71172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14"/>
          <p:cNvSpPr/>
          <p:nvPr/>
        </p:nvSpPr>
        <p:spPr>
          <a:xfrm>
            <a:off x="6062400" y="4215240"/>
            <a:ext cx="186408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93"/>
          <p:cNvSpPr/>
          <p:nvPr/>
        </p:nvSpPr>
        <p:spPr>
          <a:xfrm>
            <a:off x="9235440" y="4069080"/>
            <a:ext cx="2010240" cy="71172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15"/>
          <p:cNvSpPr/>
          <p:nvPr/>
        </p:nvSpPr>
        <p:spPr>
          <a:xfrm>
            <a:off x="9308520" y="4215240"/>
            <a:ext cx="186408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94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95"/>
          <p:cNvSpPr/>
          <p:nvPr/>
        </p:nvSpPr>
        <p:spPr>
          <a:xfrm>
            <a:off x="0" y="0"/>
            <a:ext cx="12190320" cy="10836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16"/>
          <p:cNvSpPr/>
          <p:nvPr/>
        </p:nvSpPr>
        <p:spPr>
          <a:xfrm>
            <a:off x="502920" y="6355080"/>
            <a:ext cx="2284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17"/>
          <p:cNvSpPr/>
          <p:nvPr/>
        </p:nvSpPr>
        <p:spPr>
          <a:xfrm>
            <a:off x="50292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18"/>
          <p:cNvSpPr/>
          <p:nvPr/>
        </p:nvSpPr>
        <p:spPr>
          <a:xfrm>
            <a:off x="530280" y="9874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96"/>
          <p:cNvSpPr/>
          <p:nvPr/>
        </p:nvSpPr>
        <p:spPr>
          <a:xfrm>
            <a:off x="685800" y="1463040"/>
            <a:ext cx="10971360" cy="425052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119"/>
          <p:cNvSpPr/>
          <p:nvPr/>
        </p:nvSpPr>
        <p:spPr>
          <a:xfrm>
            <a:off x="1005840" y="1783080"/>
            <a:ext cx="2741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120"/>
          <p:cNvSpPr/>
          <p:nvPr/>
        </p:nvSpPr>
        <p:spPr>
          <a:xfrm>
            <a:off x="1005840" y="2331720"/>
            <a:ext cx="10239840" cy="24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97"/>
          <p:cNvSpPr/>
          <p:nvPr/>
        </p:nvSpPr>
        <p:spPr>
          <a:xfrm>
            <a:off x="1005840" y="5074920"/>
            <a:ext cx="821520" cy="32760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21"/>
          <p:cNvSpPr/>
          <p:nvPr/>
        </p:nvSpPr>
        <p:spPr>
          <a:xfrm>
            <a:off x="1078920" y="5148000"/>
            <a:ext cx="67536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98"/>
          <p:cNvSpPr/>
          <p:nvPr/>
        </p:nvSpPr>
        <p:spPr>
          <a:xfrm>
            <a:off x="1965960" y="5074920"/>
            <a:ext cx="775800" cy="32760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22"/>
          <p:cNvSpPr/>
          <p:nvPr/>
        </p:nvSpPr>
        <p:spPr>
          <a:xfrm>
            <a:off x="2039040" y="5148000"/>
            <a:ext cx="62964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99"/>
          <p:cNvSpPr/>
          <p:nvPr/>
        </p:nvSpPr>
        <p:spPr>
          <a:xfrm>
            <a:off x="2880360" y="5074920"/>
            <a:ext cx="730080" cy="32760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23"/>
          <p:cNvSpPr/>
          <p:nvPr/>
        </p:nvSpPr>
        <p:spPr>
          <a:xfrm>
            <a:off x="2953440" y="5148000"/>
            <a:ext cx="58392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00"/>
          <p:cNvSpPr/>
          <p:nvPr/>
        </p:nvSpPr>
        <p:spPr>
          <a:xfrm>
            <a:off x="3749040" y="5074920"/>
            <a:ext cx="912960" cy="32760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124"/>
          <p:cNvSpPr/>
          <p:nvPr/>
        </p:nvSpPr>
        <p:spPr>
          <a:xfrm>
            <a:off x="3822120" y="5148000"/>
            <a:ext cx="76680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101"/>
          <p:cNvSpPr/>
          <p:nvPr/>
        </p:nvSpPr>
        <p:spPr>
          <a:xfrm>
            <a:off x="4800600" y="5074920"/>
            <a:ext cx="1415880" cy="32760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125"/>
          <p:cNvSpPr/>
          <p:nvPr/>
        </p:nvSpPr>
        <p:spPr>
          <a:xfrm>
            <a:off x="4873680" y="5148000"/>
            <a:ext cx="1269720" cy="15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4"/>
          <p:cNvSpPr/>
          <p:nvPr/>
        </p:nvSpPr>
        <p:spPr>
          <a:xfrm>
            <a:off x="50292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5"/>
          <p:cNvSpPr/>
          <p:nvPr/>
        </p:nvSpPr>
        <p:spPr>
          <a:xfrm>
            <a:off x="54864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6"/>
          <p:cNvSpPr/>
          <p:nvPr/>
        </p:nvSpPr>
        <p:spPr>
          <a:xfrm>
            <a:off x="17740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7"/>
          <p:cNvSpPr/>
          <p:nvPr/>
        </p:nvSpPr>
        <p:spPr>
          <a:xfrm>
            <a:off x="20026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8"/>
          <p:cNvSpPr/>
          <p:nvPr/>
        </p:nvSpPr>
        <p:spPr>
          <a:xfrm>
            <a:off x="20484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9"/>
          <p:cNvSpPr/>
          <p:nvPr/>
        </p:nvSpPr>
        <p:spPr>
          <a:xfrm>
            <a:off x="32734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10"/>
          <p:cNvSpPr/>
          <p:nvPr/>
        </p:nvSpPr>
        <p:spPr>
          <a:xfrm>
            <a:off x="35020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1"/>
          <p:cNvSpPr/>
          <p:nvPr/>
        </p:nvSpPr>
        <p:spPr>
          <a:xfrm>
            <a:off x="35478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12"/>
          <p:cNvSpPr/>
          <p:nvPr/>
        </p:nvSpPr>
        <p:spPr>
          <a:xfrm>
            <a:off x="47732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13"/>
          <p:cNvSpPr/>
          <p:nvPr/>
        </p:nvSpPr>
        <p:spPr>
          <a:xfrm>
            <a:off x="50018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14"/>
          <p:cNvSpPr/>
          <p:nvPr/>
        </p:nvSpPr>
        <p:spPr>
          <a:xfrm>
            <a:off x="50475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5"/>
          <p:cNvSpPr/>
          <p:nvPr/>
        </p:nvSpPr>
        <p:spPr>
          <a:xfrm>
            <a:off x="62726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16"/>
          <p:cNvSpPr/>
          <p:nvPr/>
        </p:nvSpPr>
        <p:spPr>
          <a:xfrm>
            <a:off x="65012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17"/>
          <p:cNvSpPr/>
          <p:nvPr/>
        </p:nvSpPr>
        <p:spPr>
          <a:xfrm>
            <a:off x="65469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18"/>
          <p:cNvSpPr/>
          <p:nvPr/>
        </p:nvSpPr>
        <p:spPr>
          <a:xfrm>
            <a:off x="777240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19"/>
          <p:cNvSpPr/>
          <p:nvPr/>
        </p:nvSpPr>
        <p:spPr>
          <a:xfrm>
            <a:off x="800100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20"/>
          <p:cNvSpPr/>
          <p:nvPr/>
        </p:nvSpPr>
        <p:spPr>
          <a:xfrm>
            <a:off x="804672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</a:t>
            </a: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0563C1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4"/>
          <p:cNvSpPr/>
          <p:nvPr/>
        </p:nvSpPr>
        <p:spPr>
          <a:xfrm>
            <a:off x="50292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5"/>
          <p:cNvSpPr/>
          <p:nvPr/>
        </p:nvSpPr>
        <p:spPr>
          <a:xfrm>
            <a:off x="54864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6"/>
          <p:cNvSpPr/>
          <p:nvPr/>
        </p:nvSpPr>
        <p:spPr>
          <a:xfrm>
            <a:off x="17740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7"/>
          <p:cNvSpPr/>
          <p:nvPr/>
        </p:nvSpPr>
        <p:spPr>
          <a:xfrm>
            <a:off x="20026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8"/>
          <p:cNvSpPr/>
          <p:nvPr/>
        </p:nvSpPr>
        <p:spPr>
          <a:xfrm>
            <a:off x="20484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9"/>
          <p:cNvSpPr/>
          <p:nvPr/>
        </p:nvSpPr>
        <p:spPr>
          <a:xfrm>
            <a:off x="32734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0"/>
          <p:cNvSpPr/>
          <p:nvPr/>
        </p:nvSpPr>
        <p:spPr>
          <a:xfrm>
            <a:off x="35020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11"/>
          <p:cNvSpPr/>
          <p:nvPr/>
        </p:nvSpPr>
        <p:spPr>
          <a:xfrm>
            <a:off x="35478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2"/>
          <p:cNvSpPr/>
          <p:nvPr/>
        </p:nvSpPr>
        <p:spPr>
          <a:xfrm>
            <a:off x="47732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3"/>
          <p:cNvSpPr/>
          <p:nvPr/>
        </p:nvSpPr>
        <p:spPr>
          <a:xfrm>
            <a:off x="50018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14"/>
          <p:cNvSpPr/>
          <p:nvPr/>
        </p:nvSpPr>
        <p:spPr>
          <a:xfrm>
            <a:off x="50475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5"/>
          <p:cNvSpPr/>
          <p:nvPr/>
        </p:nvSpPr>
        <p:spPr>
          <a:xfrm>
            <a:off x="62726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16"/>
          <p:cNvSpPr/>
          <p:nvPr/>
        </p:nvSpPr>
        <p:spPr>
          <a:xfrm>
            <a:off x="65012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17"/>
          <p:cNvSpPr/>
          <p:nvPr/>
        </p:nvSpPr>
        <p:spPr>
          <a:xfrm>
            <a:off x="65469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8"/>
          <p:cNvSpPr/>
          <p:nvPr/>
        </p:nvSpPr>
        <p:spPr>
          <a:xfrm>
            <a:off x="777240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9"/>
          <p:cNvSpPr/>
          <p:nvPr/>
        </p:nvSpPr>
        <p:spPr>
          <a:xfrm>
            <a:off x="800100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20"/>
          <p:cNvSpPr/>
          <p:nvPr/>
        </p:nvSpPr>
        <p:spPr>
          <a:xfrm>
            <a:off x="804672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4"/>
          <p:cNvSpPr/>
          <p:nvPr/>
        </p:nvSpPr>
        <p:spPr>
          <a:xfrm>
            <a:off x="685800" y="1325880"/>
            <a:ext cx="10833480" cy="47340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5"/>
          <p:cNvSpPr/>
          <p:nvPr/>
        </p:nvSpPr>
        <p:spPr>
          <a:xfrm>
            <a:off x="758880" y="14720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6"/>
          <p:cNvSpPr/>
          <p:nvPr/>
        </p:nvSpPr>
        <p:spPr>
          <a:xfrm>
            <a:off x="2862000" y="14720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7"/>
          <p:cNvSpPr/>
          <p:nvPr/>
        </p:nvSpPr>
        <p:spPr>
          <a:xfrm>
            <a:off x="5239440" y="14720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8"/>
          <p:cNvSpPr/>
          <p:nvPr/>
        </p:nvSpPr>
        <p:spPr>
          <a:xfrm>
            <a:off x="7616880" y="14720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9"/>
          <p:cNvSpPr/>
          <p:nvPr/>
        </p:nvSpPr>
        <p:spPr>
          <a:xfrm>
            <a:off x="685800" y="185616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0"/>
          <p:cNvSpPr/>
          <p:nvPr/>
        </p:nvSpPr>
        <p:spPr>
          <a:xfrm>
            <a:off x="758880" y="200268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1"/>
          <p:cNvSpPr/>
          <p:nvPr/>
        </p:nvSpPr>
        <p:spPr>
          <a:xfrm>
            <a:off x="2862000" y="200268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2"/>
          <p:cNvSpPr/>
          <p:nvPr/>
        </p:nvSpPr>
        <p:spPr>
          <a:xfrm>
            <a:off x="5239440" y="200268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3"/>
          <p:cNvSpPr/>
          <p:nvPr/>
        </p:nvSpPr>
        <p:spPr>
          <a:xfrm>
            <a:off x="7616880" y="200268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14"/>
          <p:cNvSpPr/>
          <p:nvPr/>
        </p:nvSpPr>
        <p:spPr>
          <a:xfrm>
            <a:off x="685800" y="238644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5"/>
          <p:cNvSpPr/>
          <p:nvPr/>
        </p:nvSpPr>
        <p:spPr>
          <a:xfrm>
            <a:off x="758880" y="253296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6"/>
          <p:cNvSpPr/>
          <p:nvPr/>
        </p:nvSpPr>
        <p:spPr>
          <a:xfrm>
            <a:off x="2862000" y="253296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7"/>
          <p:cNvSpPr/>
          <p:nvPr/>
        </p:nvSpPr>
        <p:spPr>
          <a:xfrm>
            <a:off x="5239440" y="253296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18"/>
          <p:cNvSpPr/>
          <p:nvPr/>
        </p:nvSpPr>
        <p:spPr>
          <a:xfrm>
            <a:off x="7616880" y="253296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19"/>
          <p:cNvSpPr/>
          <p:nvPr/>
        </p:nvSpPr>
        <p:spPr>
          <a:xfrm>
            <a:off x="685800" y="291708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20"/>
          <p:cNvSpPr/>
          <p:nvPr/>
        </p:nvSpPr>
        <p:spPr>
          <a:xfrm>
            <a:off x="758880" y="30632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21"/>
          <p:cNvSpPr/>
          <p:nvPr/>
        </p:nvSpPr>
        <p:spPr>
          <a:xfrm>
            <a:off x="2862000" y="30632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</a:t>
            </a: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 </a:t>
            </a: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5239440" y="30632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23"/>
          <p:cNvSpPr/>
          <p:nvPr/>
        </p:nvSpPr>
        <p:spPr>
          <a:xfrm>
            <a:off x="7616880" y="30632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24"/>
          <p:cNvSpPr/>
          <p:nvPr/>
        </p:nvSpPr>
        <p:spPr>
          <a:xfrm>
            <a:off x="685800" y="344736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25"/>
          <p:cNvSpPr/>
          <p:nvPr/>
        </p:nvSpPr>
        <p:spPr>
          <a:xfrm>
            <a:off x="758880" y="359352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26"/>
          <p:cNvSpPr/>
          <p:nvPr/>
        </p:nvSpPr>
        <p:spPr>
          <a:xfrm>
            <a:off x="2862000" y="359352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27"/>
          <p:cNvSpPr/>
          <p:nvPr/>
        </p:nvSpPr>
        <p:spPr>
          <a:xfrm>
            <a:off x="5239440" y="359352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28"/>
          <p:cNvSpPr/>
          <p:nvPr/>
        </p:nvSpPr>
        <p:spPr>
          <a:xfrm>
            <a:off x="7616880" y="359352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29"/>
          <p:cNvSpPr/>
          <p:nvPr/>
        </p:nvSpPr>
        <p:spPr>
          <a:xfrm>
            <a:off x="685800" y="397764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30"/>
          <p:cNvSpPr/>
          <p:nvPr/>
        </p:nvSpPr>
        <p:spPr>
          <a:xfrm>
            <a:off x="758880" y="412380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31"/>
          <p:cNvSpPr/>
          <p:nvPr/>
        </p:nvSpPr>
        <p:spPr>
          <a:xfrm>
            <a:off x="2862000" y="412380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32"/>
          <p:cNvSpPr/>
          <p:nvPr/>
        </p:nvSpPr>
        <p:spPr>
          <a:xfrm>
            <a:off x="5239440" y="412380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33"/>
          <p:cNvSpPr/>
          <p:nvPr/>
        </p:nvSpPr>
        <p:spPr>
          <a:xfrm>
            <a:off x="7616880" y="412380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34"/>
          <p:cNvSpPr/>
          <p:nvPr/>
        </p:nvSpPr>
        <p:spPr>
          <a:xfrm>
            <a:off x="685800" y="450792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35"/>
          <p:cNvSpPr/>
          <p:nvPr/>
        </p:nvSpPr>
        <p:spPr>
          <a:xfrm>
            <a:off x="758880" y="46544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36"/>
          <p:cNvSpPr/>
          <p:nvPr/>
        </p:nvSpPr>
        <p:spPr>
          <a:xfrm>
            <a:off x="2862000" y="46544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37"/>
          <p:cNvSpPr/>
          <p:nvPr/>
        </p:nvSpPr>
        <p:spPr>
          <a:xfrm>
            <a:off x="5239440" y="46544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38"/>
          <p:cNvSpPr/>
          <p:nvPr/>
        </p:nvSpPr>
        <p:spPr>
          <a:xfrm>
            <a:off x="7616880" y="46544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challenges/challenge-01-imagepullbackoff/broken.yaml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challenges/challenge-01-imagepullbackoff/solution.yaml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challenges/challenge-02-crashloopbackoff/broken.yaml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challenges/challenge-03-readiness/broken.yaml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challenges/challenge-04-db-connection/broken.yaml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challenges/challenge-04-db-connection/solution.yaml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challenges/challenge-05-migration-job/broken.yaml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challenges/challenge-05-migration-job/solution.yaml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Shape 4"/>
          <p:cNvSpPr/>
          <p:nvPr/>
        </p:nvSpPr>
        <p:spPr>
          <a:xfrm>
            <a:off x="685800" y="1325880"/>
            <a:ext cx="10833480" cy="47340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5"/>
          <p:cNvSpPr/>
          <p:nvPr/>
        </p:nvSpPr>
        <p:spPr>
          <a:xfrm>
            <a:off x="758880" y="14720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6"/>
          <p:cNvSpPr/>
          <p:nvPr/>
        </p:nvSpPr>
        <p:spPr>
          <a:xfrm>
            <a:off x="2862000" y="14720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7"/>
          <p:cNvSpPr/>
          <p:nvPr/>
        </p:nvSpPr>
        <p:spPr>
          <a:xfrm>
            <a:off x="5239440" y="14720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8"/>
          <p:cNvSpPr/>
          <p:nvPr/>
        </p:nvSpPr>
        <p:spPr>
          <a:xfrm>
            <a:off x="7616880" y="14720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9"/>
          <p:cNvSpPr/>
          <p:nvPr/>
        </p:nvSpPr>
        <p:spPr>
          <a:xfrm>
            <a:off x="685800" y="185616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10"/>
          <p:cNvSpPr/>
          <p:nvPr/>
        </p:nvSpPr>
        <p:spPr>
          <a:xfrm>
            <a:off x="758880" y="200268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1"/>
          <p:cNvSpPr/>
          <p:nvPr/>
        </p:nvSpPr>
        <p:spPr>
          <a:xfrm>
            <a:off x="2862000" y="200268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12"/>
          <p:cNvSpPr/>
          <p:nvPr/>
        </p:nvSpPr>
        <p:spPr>
          <a:xfrm>
            <a:off x="5239440" y="200268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13"/>
          <p:cNvSpPr/>
          <p:nvPr/>
        </p:nvSpPr>
        <p:spPr>
          <a:xfrm>
            <a:off x="7616880" y="200268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4"/>
          <p:cNvSpPr/>
          <p:nvPr/>
        </p:nvSpPr>
        <p:spPr>
          <a:xfrm>
            <a:off x="685800" y="238644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15"/>
          <p:cNvSpPr/>
          <p:nvPr/>
        </p:nvSpPr>
        <p:spPr>
          <a:xfrm>
            <a:off x="758880" y="253296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6"/>
          <p:cNvSpPr/>
          <p:nvPr/>
        </p:nvSpPr>
        <p:spPr>
          <a:xfrm>
            <a:off x="2862000" y="253296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17"/>
          <p:cNvSpPr/>
          <p:nvPr/>
        </p:nvSpPr>
        <p:spPr>
          <a:xfrm>
            <a:off x="5239440" y="253296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18"/>
          <p:cNvSpPr/>
          <p:nvPr/>
        </p:nvSpPr>
        <p:spPr>
          <a:xfrm>
            <a:off x="7616880" y="253296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19"/>
          <p:cNvSpPr/>
          <p:nvPr/>
        </p:nvSpPr>
        <p:spPr>
          <a:xfrm>
            <a:off x="685800" y="291708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 20"/>
          <p:cNvSpPr/>
          <p:nvPr/>
        </p:nvSpPr>
        <p:spPr>
          <a:xfrm>
            <a:off x="758880" y="30632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21"/>
          <p:cNvSpPr/>
          <p:nvPr/>
        </p:nvSpPr>
        <p:spPr>
          <a:xfrm>
            <a:off x="2862000" y="30632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22"/>
          <p:cNvSpPr/>
          <p:nvPr/>
        </p:nvSpPr>
        <p:spPr>
          <a:xfrm>
            <a:off x="5239440" y="30632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23"/>
          <p:cNvSpPr/>
          <p:nvPr/>
        </p:nvSpPr>
        <p:spPr>
          <a:xfrm>
            <a:off x="7616880" y="30632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24"/>
          <p:cNvSpPr/>
          <p:nvPr/>
        </p:nvSpPr>
        <p:spPr>
          <a:xfrm>
            <a:off x="685800" y="344736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5"/>
          <p:cNvSpPr/>
          <p:nvPr/>
        </p:nvSpPr>
        <p:spPr>
          <a:xfrm>
            <a:off x="758880" y="359352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6"/>
          <p:cNvSpPr/>
          <p:nvPr/>
        </p:nvSpPr>
        <p:spPr>
          <a:xfrm>
            <a:off x="2862000" y="359352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27"/>
          <p:cNvSpPr/>
          <p:nvPr/>
        </p:nvSpPr>
        <p:spPr>
          <a:xfrm>
            <a:off x="5239440" y="359352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28"/>
          <p:cNvSpPr/>
          <p:nvPr/>
        </p:nvSpPr>
        <p:spPr>
          <a:xfrm>
            <a:off x="7616880" y="359352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29"/>
          <p:cNvSpPr/>
          <p:nvPr/>
        </p:nvSpPr>
        <p:spPr>
          <a:xfrm>
            <a:off x="685800" y="397764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30"/>
          <p:cNvSpPr/>
          <p:nvPr/>
        </p:nvSpPr>
        <p:spPr>
          <a:xfrm>
            <a:off x="758880" y="412380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31"/>
          <p:cNvSpPr/>
          <p:nvPr/>
        </p:nvSpPr>
        <p:spPr>
          <a:xfrm>
            <a:off x="2862000" y="412380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32"/>
          <p:cNvSpPr/>
          <p:nvPr/>
        </p:nvSpPr>
        <p:spPr>
          <a:xfrm>
            <a:off x="5239440" y="412380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33"/>
          <p:cNvSpPr/>
          <p:nvPr/>
        </p:nvSpPr>
        <p:spPr>
          <a:xfrm>
            <a:off x="7616880" y="412380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Shape 34"/>
          <p:cNvSpPr/>
          <p:nvPr/>
        </p:nvSpPr>
        <p:spPr>
          <a:xfrm>
            <a:off x="685800" y="450792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5"/>
          <p:cNvSpPr/>
          <p:nvPr/>
        </p:nvSpPr>
        <p:spPr>
          <a:xfrm>
            <a:off x="758880" y="46544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6"/>
          <p:cNvSpPr/>
          <p:nvPr/>
        </p:nvSpPr>
        <p:spPr>
          <a:xfrm>
            <a:off x="2862000" y="46544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7"/>
          <p:cNvSpPr/>
          <p:nvPr/>
        </p:nvSpPr>
        <p:spPr>
          <a:xfrm>
            <a:off x="5239440" y="46544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8"/>
          <p:cNvSpPr/>
          <p:nvPr/>
        </p:nvSpPr>
        <p:spPr>
          <a:xfrm>
            <a:off x="7616880" y="46544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6A: 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emptydir-writer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emptydir-writer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emptydir-writer -- ls -l /data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6B: 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pvc-writer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4"/>
          <p:cNvSpPr/>
          <p:nvPr/>
        </p:nvSpPr>
        <p:spPr>
          <a:xfrm>
            <a:off x="50292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5"/>
          <p:cNvSpPr/>
          <p:nvPr/>
        </p:nvSpPr>
        <p:spPr>
          <a:xfrm>
            <a:off x="54864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Shape 6"/>
          <p:cNvSpPr/>
          <p:nvPr/>
        </p:nvSpPr>
        <p:spPr>
          <a:xfrm>
            <a:off x="17740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Shape 7"/>
          <p:cNvSpPr/>
          <p:nvPr/>
        </p:nvSpPr>
        <p:spPr>
          <a:xfrm>
            <a:off x="20026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8"/>
          <p:cNvSpPr/>
          <p:nvPr/>
        </p:nvSpPr>
        <p:spPr>
          <a:xfrm>
            <a:off x="20484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9"/>
          <p:cNvSpPr/>
          <p:nvPr/>
        </p:nvSpPr>
        <p:spPr>
          <a:xfrm>
            <a:off x="32734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Shape 10"/>
          <p:cNvSpPr/>
          <p:nvPr/>
        </p:nvSpPr>
        <p:spPr>
          <a:xfrm>
            <a:off x="35020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11"/>
          <p:cNvSpPr/>
          <p:nvPr/>
        </p:nvSpPr>
        <p:spPr>
          <a:xfrm>
            <a:off x="35478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12"/>
          <p:cNvSpPr/>
          <p:nvPr/>
        </p:nvSpPr>
        <p:spPr>
          <a:xfrm>
            <a:off x="47732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Shape 13"/>
          <p:cNvSpPr/>
          <p:nvPr/>
        </p:nvSpPr>
        <p:spPr>
          <a:xfrm>
            <a:off x="50018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14"/>
          <p:cNvSpPr/>
          <p:nvPr/>
        </p:nvSpPr>
        <p:spPr>
          <a:xfrm>
            <a:off x="50475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15"/>
          <p:cNvSpPr/>
          <p:nvPr/>
        </p:nvSpPr>
        <p:spPr>
          <a:xfrm>
            <a:off x="62726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6"/>
          <p:cNvSpPr/>
          <p:nvPr/>
        </p:nvSpPr>
        <p:spPr>
          <a:xfrm>
            <a:off x="65012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17"/>
          <p:cNvSpPr/>
          <p:nvPr/>
        </p:nvSpPr>
        <p:spPr>
          <a:xfrm>
            <a:off x="65469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2" name="Shape 18"/>
          <p:cNvSpPr/>
          <p:nvPr/>
        </p:nvSpPr>
        <p:spPr>
          <a:xfrm>
            <a:off x="777240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Shape 19"/>
          <p:cNvSpPr/>
          <p:nvPr/>
        </p:nvSpPr>
        <p:spPr>
          <a:xfrm>
            <a:off x="800100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Text 20"/>
          <p:cNvSpPr/>
          <p:nvPr/>
        </p:nvSpPr>
        <p:spPr>
          <a:xfrm>
            <a:off x="804672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</a:t>
            </a: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</a:t>
            </a: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gurati</a:t>
            </a: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 as </a:t>
            </a: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 /config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7: 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challenges/challenge-07-distroless/broken.yaml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distroless-demo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Better pattern: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pod/distroless-demo --image=busybox:1.36 --target=app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4"/>
          <p:cNvSpPr/>
          <p:nvPr/>
        </p:nvSpPr>
        <p:spPr>
          <a:xfrm>
            <a:off x="50292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 5"/>
          <p:cNvSpPr/>
          <p:nvPr/>
        </p:nvSpPr>
        <p:spPr>
          <a:xfrm>
            <a:off x="54864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0" name="Shape 6"/>
          <p:cNvSpPr/>
          <p:nvPr/>
        </p:nvSpPr>
        <p:spPr>
          <a:xfrm>
            <a:off x="17740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Shape 7"/>
          <p:cNvSpPr/>
          <p:nvPr/>
        </p:nvSpPr>
        <p:spPr>
          <a:xfrm>
            <a:off x="20026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 8"/>
          <p:cNvSpPr/>
          <p:nvPr/>
        </p:nvSpPr>
        <p:spPr>
          <a:xfrm>
            <a:off x="20484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3" name="Shape 9"/>
          <p:cNvSpPr/>
          <p:nvPr/>
        </p:nvSpPr>
        <p:spPr>
          <a:xfrm>
            <a:off x="32734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4" name="Shape 10"/>
          <p:cNvSpPr/>
          <p:nvPr/>
        </p:nvSpPr>
        <p:spPr>
          <a:xfrm>
            <a:off x="35020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11"/>
          <p:cNvSpPr/>
          <p:nvPr/>
        </p:nvSpPr>
        <p:spPr>
          <a:xfrm>
            <a:off x="35478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12"/>
          <p:cNvSpPr/>
          <p:nvPr/>
        </p:nvSpPr>
        <p:spPr>
          <a:xfrm>
            <a:off x="47732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7" name="Shape 13"/>
          <p:cNvSpPr/>
          <p:nvPr/>
        </p:nvSpPr>
        <p:spPr>
          <a:xfrm>
            <a:off x="50018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14"/>
          <p:cNvSpPr/>
          <p:nvPr/>
        </p:nvSpPr>
        <p:spPr>
          <a:xfrm>
            <a:off x="50475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Shape 15"/>
          <p:cNvSpPr/>
          <p:nvPr/>
        </p:nvSpPr>
        <p:spPr>
          <a:xfrm>
            <a:off x="62726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Shape 16"/>
          <p:cNvSpPr/>
          <p:nvPr/>
        </p:nvSpPr>
        <p:spPr>
          <a:xfrm>
            <a:off x="65012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17"/>
          <p:cNvSpPr/>
          <p:nvPr/>
        </p:nvSpPr>
        <p:spPr>
          <a:xfrm>
            <a:off x="65469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18"/>
          <p:cNvSpPr/>
          <p:nvPr/>
        </p:nvSpPr>
        <p:spPr>
          <a:xfrm>
            <a:off x="777240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Shape 19"/>
          <p:cNvSpPr/>
          <p:nvPr/>
        </p:nvSpPr>
        <p:spPr>
          <a:xfrm>
            <a:off x="800100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20"/>
          <p:cNvSpPr/>
          <p:nvPr/>
        </p:nvSpPr>
        <p:spPr>
          <a:xfrm>
            <a:off x="804672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4"/>
          <p:cNvSpPr/>
          <p:nvPr/>
        </p:nvSpPr>
        <p:spPr>
          <a:xfrm>
            <a:off x="685800" y="1325880"/>
            <a:ext cx="10833480" cy="47340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 5"/>
          <p:cNvSpPr/>
          <p:nvPr/>
        </p:nvSpPr>
        <p:spPr>
          <a:xfrm>
            <a:off x="758880" y="14720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6"/>
          <p:cNvSpPr/>
          <p:nvPr/>
        </p:nvSpPr>
        <p:spPr>
          <a:xfrm>
            <a:off x="2862000" y="14720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7"/>
          <p:cNvSpPr/>
          <p:nvPr/>
        </p:nvSpPr>
        <p:spPr>
          <a:xfrm>
            <a:off x="5239440" y="14720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8"/>
          <p:cNvSpPr/>
          <p:nvPr/>
        </p:nvSpPr>
        <p:spPr>
          <a:xfrm>
            <a:off x="7616880" y="14720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3" name="Shape 9"/>
          <p:cNvSpPr/>
          <p:nvPr/>
        </p:nvSpPr>
        <p:spPr>
          <a:xfrm>
            <a:off x="685800" y="185616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10"/>
          <p:cNvSpPr/>
          <p:nvPr/>
        </p:nvSpPr>
        <p:spPr>
          <a:xfrm>
            <a:off x="758880" y="200268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1"/>
          <p:cNvSpPr/>
          <p:nvPr/>
        </p:nvSpPr>
        <p:spPr>
          <a:xfrm>
            <a:off x="2862000" y="200268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Text 12"/>
          <p:cNvSpPr/>
          <p:nvPr/>
        </p:nvSpPr>
        <p:spPr>
          <a:xfrm>
            <a:off x="5239440" y="200268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13"/>
          <p:cNvSpPr/>
          <p:nvPr/>
        </p:nvSpPr>
        <p:spPr>
          <a:xfrm>
            <a:off x="7616880" y="200268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Shape 14"/>
          <p:cNvSpPr/>
          <p:nvPr/>
        </p:nvSpPr>
        <p:spPr>
          <a:xfrm>
            <a:off x="685800" y="238644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5"/>
          <p:cNvSpPr/>
          <p:nvPr/>
        </p:nvSpPr>
        <p:spPr>
          <a:xfrm>
            <a:off x="758880" y="253296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16"/>
          <p:cNvSpPr/>
          <p:nvPr/>
        </p:nvSpPr>
        <p:spPr>
          <a:xfrm>
            <a:off x="2862000" y="253296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17"/>
          <p:cNvSpPr/>
          <p:nvPr/>
        </p:nvSpPr>
        <p:spPr>
          <a:xfrm>
            <a:off x="5239440" y="253296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18"/>
          <p:cNvSpPr/>
          <p:nvPr/>
        </p:nvSpPr>
        <p:spPr>
          <a:xfrm>
            <a:off x="7616880" y="253296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Shape 19"/>
          <p:cNvSpPr/>
          <p:nvPr/>
        </p:nvSpPr>
        <p:spPr>
          <a:xfrm>
            <a:off x="685800" y="291708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20"/>
          <p:cNvSpPr/>
          <p:nvPr/>
        </p:nvSpPr>
        <p:spPr>
          <a:xfrm>
            <a:off x="758880" y="30632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21"/>
          <p:cNvSpPr/>
          <p:nvPr/>
        </p:nvSpPr>
        <p:spPr>
          <a:xfrm>
            <a:off x="2862000" y="30632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 22"/>
          <p:cNvSpPr/>
          <p:nvPr/>
        </p:nvSpPr>
        <p:spPr>
          <a:xfrm>
            <a:off x="5239440" y="30632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3"/>
          <p:cNvSpPr/>
          <p:nvPr/>
        </p:nvSpPr>
        <p:spPr>
          <a:xfrm>
            <a:off x="7616880" y="30632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9: 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challenges/challenge-09-oomkilled/broken.yaml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oom-demo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oom-demo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Or use app endpoint with a low memory limit: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http://localhost:8080/stress/memory?mib=256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4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Shape 4"/>
          <p:cNvSpPr/>
          <p:nvPr/>
        </p:nvSpPr>
        <p:spPr>
          <a:xfrm>
            <a:off x="50292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5"/>
          <p:cNvSpPr/>
          <p:nvPr/>
        </p:nvSpPr>
        <p:spPr>
          <a:xfrm>
            <a:off x="54864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6"/>
          <p:cNvSpPr/>
          <p:nvPr/>
        </p:nvSpPr>
        <p:spPr>
          <a:xfrm>
            <a:off x="17740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Shape 7"/>
          <p:cNvSpPr/>
          <p:nvPr/>
        </p:nvSpPr>
        <p:spPr>
          <a:xfrm>
            <a:off x="20026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8"/>
          <p:cNvSpPr/>
          <p:nvPr/>
        </p:nvSpPr>
        <p:spPr>
          <a:xfrm>
            <a:off x="20484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9"/>
          <p:cNvSpPr/>
          <p:nvPr/>
        </p:nvSpPr>
        <p:spPr>
          <a:xfrm>
            <a:off x="32734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Shape 10"/>
          <p:cNvSpPr/>
          <p:nvPr/>
        </p:nvSpPr>
        <p:spPr>
          <a:xfrm>
            <a:off x="35020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 11"/>
          <p:cNvSpPr/>
          <p:nvPr/>
        </p:nvSpPr>
        <p:spPr>
          <a:xfrm>
            <a:off x="35478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Shape 12"/>
          <p:cNvSpPr/>
          <p:nvPr/>
        </p:nvSpPr>
        <p:spPr>
          <a:xfrm>
            <a:off x="47732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Shape 13"/>
          <p:cNvSpPr/>
          <p:nvPr/>
        </p:nvSpPr>
        <p:spPr>
          <a:xfrm>
            <a:off x="50018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14"/>
          <p:cNvSpPr/>
          <p:nvPr/>
        </p:nvSpPr>
        <p:spPr>
          <a:xfrm>
            <a:off x="50475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Shape 15"/>
          <p:cNvSpPr/>
          <p:nvPr/>
        </p:nvSpPr>
        <p:spPr>
          <a:xfrm>
            <a:off x="62726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16"/>
          <p:cNvSpPr/>
          <p:nvPr/>
        </p:nvSpPr>
        <p:spPr>
          <a:xfrm>
            <a:off x="65012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7"/>
          <p:cNvSpPr/>
          <p:nvPr/>
        </p:nvSpPr>
        <p:spPr>
          <a:xfrm>
            <a:off x="65469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18"/>
          <p:cNvSpPr/>
          <p:nvPr/>
        </p:nvSpPr>
        <p:spPr>
          <a:xfrm>
            <a:off x="777240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Shape 19"/>
          <p:cNvSpPr/>
          <p:nvPr/>
        </p:nvSpPr>
        <p:spPr>
          <a:xfrm>
            <a:off x="800100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20"/>
          <p:cNvSpPr/>
          <p:nvPr/>
        </p:nvSpPr>
        <p:spPr>
          <a:xfrm>
            <a:off x="804672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21"/>
          <p:cNvSpPr/>
          <p:nvPr/>
        </p:nvSpPr>
        <p:spPr>
          <a:xfrm>
            <a:off x="927216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22"/>
          <p:cNvSpPr/>
          <p:nvPr/>
        </p:nvSpPr>
        <p:spPr>
          <a:xfrm>
            <a:off x="950076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 23"/>
          <p:cNvSpPr/>
          <p:nvPr/>
        </p:nvSpPr>
        <p:spPr>
          <a:xfrm>
            <a:off x="954648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Text 2"/>
          <p:cNvSpPr/>
          <p:nvPr/>
        </p:nvSpPr>
        <p:spPr>
          <a:xfrm>
            <a:off x="658440" y="214884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3"/>
          <p:cNvSpPr/>
          <p:nvPr/>
        </p:nvSpPr>
        <p:spPr>
          <a:xfrm>
            <a:off x="676800" y="2953440"/>
            <a:ext cx="9599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Shape 4"/>
          <p:cNvSpPr/>
          <p:nvPr/>
        </p:nvSpPr>
        <p:spPr>
          <a:xfrm>
            <a:off x="685800" y="1325880"/>
            <a:ext cx="10833480" cy="47340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 5"/>
          <p:cNvSpPr/>
          <p:nvPr/>
        </p:nvSpPr>
        <p:spPr>
          <a:xfrm>
            <a:off x="758880" y="14720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6"/>
          <p:cNvSpPr/>
          <p:nvPr/>
        </p:nvSpPr>
        <p:spPr>
          <a:xfrm>
            <a:off x="2862000" y="14720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7"/>
          <p:cNvSpPr/>
          <p:nvPr/>
        </p:nvSpPr>
        <p:spPr>
          <a:xfrm>
            <a:off x="5239440" y="14720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8"/>
          <p:cNvSpPr/>
          <p:nvPr/>
        </p:nvSpPr>
        <p:spPr>
          <a:xfrm>
            <a:off x="7616880" y="14720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9"/>
          <p:cNvSpPr/>
          <p:nvPr/>
        </p:nvSpPr>
        <p:spPr>
          <a:xfrm>
            <a:off x="685800" y="185616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10"/>
          <p:cNvSpPr/>
          <p:nvPr/>
        </p:nvSpPr>
        <p:spPr>
          <a:xfrm>
            <a:off x="758880" y="200268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11"/>
          <p:cNvSpPr/>
          <p:nvPr/>
        </p:nvSpPr>
        <p:spPr>
          <a:xfrm>
            <a:off x="2862000" y="200268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12"/>
          <p:cNvSpPr/>
          <p:nvPr/>
        </p:nvSpPr>
        <p:spPr>
          <a:xfrm>
            <a:off x="5239440" y="200268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13"/>
          <p:cNvSpPr/>
          <p:nvPr/>
        </p:nvSpPr>
        <p:spPr>
          <a:xfrm>
            <a:off x="7616880" y="200268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Shape 14"/>
          <p:cNvSpPr/>
          <p:nvPr/>
        </p:nvSpPr>
        <p:spPr>
          <a:xfrm>
            <a:off x="685800" y="238644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15"/>
          <p:cNvSpPr/>
          <p:nvPr/>
        </p:nvSpPr>
        <p:spPr>
          <a:xfrm>
            <a:off x="758880" y="253296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16"/>
          <p:cNvSpPr/>
          <p:nvPr/>
        </p:nvSpPr>
        <p:spPr>
          <a:xfrm>
            <a:off x="2862000" y="253296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7"/>
          <p:cNvSpPr/>
          <p:nvPr/>
        </p:nvSpPr>
        <p:spPr>
          <a:xfrm>
            <a:off x="5239440" y="253296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18"/>
          <p:cNvSpPr/>
          <p:nvPr/>
        </p:nvSpPr>
        <p:spPr>
          <a:xfrm>
            <a:off x="7616880" y="253296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9"/>
          <p:cNvSpPr/>
          <p:nvPr/>
        </p:nvSpPr>
        <p:spPr>
          <a:xfrm>
            <a:off x="685800" y="291708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20"/>
          <p:cNvSpPr/>
          <p:nvPr/>
        </p:nvSpPr>
        <p:spPr>
          <a:xfrm>
            <a:off x="758880" y="30632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21"/>
          <p:cNvSpPr/>
          <p:nvPr/>
        </p:nvSpPr>
        <p:spPr>
          <a:xfrm>
            <a:off x="2862000" y="30632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Text 22"/>
          <p:cNvSpPr/>
          <p:nvPr/>
        </p:nvSpPr>
        <p:spPr>
          <a:xfrm>
            <a:off x="5239440" y="30632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 23"/>
          <p:cNvSpPr/>
          <p:nvPr/>
        </p:nvSpPr>
        <p:spPr>
          <a:xfrm>
            <a:off x="7616880" y="30632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Shape 24"/>
          <p:cNvSpPr/>
          <p:nvPr/>
        </p:nvSpPr>
        <p:spPr>
          <a:xfrm>
            <a:off x="685800" y="344736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25"/>
          <p:cNvSpPr/>
          <p:nvPr/>
        </p:nvSpPr>
        <p:spPr>
          <a:xfrm>
            <a:off x="758880" y="359352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26"/>
          <p:cNvSpPr/>
          <p:nvPr/>
        </p:nvSpPr>
        <p:spPr>
          <a:xfrm>
            <a:off x="2862000" y="359352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27"/>
          <p:cNvSpPr/>
          <p:nvPr/>
        </p:nvSpPr>
        <p:spPr>
          <a:xfrm>
            <a:off x="5239440" y="359352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 28"/>
          <p:cNvSpPr/>
          <p:nvPr/>
        </p:nvSpPr>
        <p:spPr>
          <a:xfrm>
            <a:off x="7616880" y="359352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Shape 29"/>
          <p:cNvSpPr/>
          <p:nvPr/>
        </p:nvSpPr>
        <p:spPr>
          <a:xfrm>
            <a:off x="685800" y="397764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30"/>
          <p:cNvSpPr/>
          <p:nvPr/>
        </p:nvSpPr>
        <p:spPr>
          <a:xfrm>
            <a:off x="758880" y="412380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31"/>
          <p:cNvSpPr/>
          <p:nvPr/>
        </p:nvSpPr>
        <p:spPr>
          <a:xfrm>
            <a:off x="2862000" y="412380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32"/>
          <p:cNvSpPr/>
          <p:nvPr/>
        </p:nvSpPr>
        <p:spPr>
          <a:xfrm>
            <a:off x="5239440" y="412380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33"/>
          <p:cNvSpPr/>
          <p:nvPr/>
        </p:nvSpPr>
        <p:spPr>
          <a:xfrm>
            <a:off x="7616880" y="412380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34"/>
          <p:cNvSpPr/>
          <p:nvPr/>
        </p:nvSpPr>
        <p:spPr>
          <a:xfrm>
            <a:off x="685800" y="4507920"/>
            <a:ext cx="10833480" cy="47340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35"/>
          <p:cNvSpPr/>
          <p:nvPr/>
        </p:nvSpPr>
        <p:spPr>
          <a:xfrm>
            <a:off x="758880" y="465444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36"/>
          <p:cNvSpPr/>
          <p:nvPr/>
        </p:nvSpPr>
        <p:spPr>
          <a:xfrm>
            <a:off x="2862000" y="46544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37"/>
          <p:cNvSpPr/>
          <p:nvPr/>
        </p:nvSpPr>
        <p:spPr>
          <a:xfrm>
            <a:off x="5239440" y="465444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38"/>
          <p:cNvSpPr/>
          <p:nvPr/>
        </p:nvSpPr>
        <p:spPr>
          <a:xfrm>
            <a:off x="7616880" y="465444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Shape 39"/>
          <p:cNvSpPr/>
          <p:nvPr/>
        </p:nvSpPr>
        <p:spPr>
          <a:xfrm>
            <a:off x="685800" y="5038200"/>
            <a:ext cx="10833480" cy="47340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40"/>
          <p:cNvSpPr/>
          <p:nvPr/>
        </p:nvSpPr>
        <p:spPr>
          <a:xfrm>
            <a:off x="758880" y="5184720"/>
            <a:ext cx="19638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41"/>
          <p:cNvSpPr/>
          <p:nvPr/>
        </p:nvSpPr>
        <p:spPr>
          <a:xfrm>
            <a:off x="2862000" y="518472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42"/>
          <p:cNvSpPr/>
          <p:nvPr/>
        </p:nvSpPr>
        <p:spPr>
          <a:xfrm>
            <a:off x="5239440" y="5184720"/>
            <a:ext cx="223812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4" name="Text 43"/>
          <p:cNvSpPr/>
          <p:nvPr/>
        </p:nvSpPr>
        <p:spPr>
          <a:xfrm>
            <a:off x="7616880" y="5184720"/>
            <a:ext cx="333540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Shape 4"/>
          <p:cNvSpPr/>
          <p:nvPr/>
        </p:nvSpPr>
        <p:spPr>
          <a:xfrm>
            <a:off x="685800" y="1417320"/>
            <a:ext cx="10879200" cy="456984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5"/>
          <p:cNvSpPr/>
          <p:nvPr/>
        </p:nvSpPr>
        <p:spPr>
          <a:xfrm>
            <a:off x="850320" y="1563480"/>
            <a:ext cx="10559160" cy="42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3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1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</a:t>
            </a: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Shape 4"/>
          <p:cNvSpPr/>
          <p:nvPr/>
        </p:nvSpPr>
        <p:spPr>
          <a:xfrm>
            <a:off x="731520" y="1325880"/>
            <a:ext cx="1049400" cy="4366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5"/>
          <p:cNvSpPr/>
          <p:nvPr/>
        </p:nvSpPr>
        <p:spPr>
          <a:xfrm>
            <a:off x="804600" y="1472040"/>
            <a:ext cx="8938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Text 6"/>
          <p:cNvSpPr/>
          <p:nvPr/>
        </p:nvSpPr>
        <p:spPr>
          <a:xfrm>
            <a:off x="2011680" y="1398960"/>
            <a:ext cx="3655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7"/>
          <p:cNvSpPr/>
          <p:nvPr/>
        </p:nvSpPr>
        <p:spPr>
          <a:xfrm>
            <a:off x="5806440" y="1417320"/>
            <a:ext cx="5301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Shape 8"/>
          <p:cNvSpPr/>
          <p:nvPr/>
        </p:nvSpPr>
        <p:spPr>
          <a:xfrm>
            <a:off x="731520" y="1938600"/>
            <a:ext cx="1049400" cy="4366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 9"/>
          <p:cNvSpPr/>
          <p:nvPr/>
        </p:nvSpPr>
        <p:spPr>
          <a:xfrm>
            <a:off x="804600" y="2084760"/>
            <a:ext cx="8938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10"/>
          <p:cNvSpPr/>
          <p:nvPr/>
        </p:nvSpPr>
        <p:spPr>
          <a:xfrm>
            <a:off x="2011680" y="2011680"/>
            <a:ext cx="3655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11"/>
          <p:cNvSpPr/>
          <p:nvPr/>
        </p:nvSpPr>
        <p:spPr>
          <a:xfrm>
            <a:off x="5806440" y="2030040"/>
            <a:ext cx="5301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Shape 12"/>
          <p:cNvSpPr/>
          <p:nvPr/>
        </p:nvSpPr>
        <p:spPr>
          <a:xfrm>
            <a:off x="731520" y="2551320"/>
            <a:ext cx="1049400" cy="4366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13"/>
          <p:cNvSpPr/>
          <p:nvPr/>
        </p:nvSpPr>
        <p:spPr>
          <a:xfrm>
            <a:off x="804600" y="2697480"/>
            <a:ext cx="8938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Text 14"/>
          <p:cNvSpPr/>
          <p:nvPr/>
        </p:nvSpPr>
        <p:spPr>
          <a:xfrm>
            <a:off x="2011680" y="2624400"/>
            <a:ext cx="3655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15"/>
          <p:cNvSpPr/>
          <p:nvPr/>
        </p:nvSpPr>
        <p:spPr>
          <a:xfrm>
            <a:off x="5806440" y="2642760"/>
            <a:ext cx="5301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Shape 16"/>
          <p:cNvSpPr/>
          <p:nvPr/>
        </p:nvSpPr>
        <p:spPr>
          <a:xfrm>
            <a:off x="731520" y="3163680"/>
            <a:ext cx="1049400" cy="43668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7"/>
          <p:cNvSpPr/>
          <p:nvPr/>
        </p:nvSpPr>
        <p:spPr>
          <a:xfrm>
            <a:off x="804600" y="3310200"/>
            <a:ext cx="8938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Text 18"/>
          <p:cNvSpPr/>
          <p:nvPr/>
        </p:nvSpPr>
        <p:spPr>
          <a:xfrm>
            <a:off x="2011680" y="3237120"/>
            <a:ext cx="3655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8" name="Text 19"/>
          <p:cNvSpPr/>
          <p:nvPr/>
        </p:nvSpPr>
        <p:spPr>
          <a:xfrm>
            <a:off x="5806440" y="3255120"/>
            <a:ext cx="5301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2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4"/>
          <p:cNvSpPr/>
          <p:nvPr/>
        </p:nvSpPr>
        <p:spPr>
          <a:xfrm>
            <a:off x="68580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5"/>
          <p:cNvSpPr/>
          <p:nvPr/>
        </p:nvSpPr>
        <p:spPr>
          <a:xfrm>
            <a:off x="6419160" y="1334880"/>
            <a:ext cx="5118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6"/>
          <p:cNvSpPr/>
          <p:nvPr/>
        </p:nvSpPr>
        <p:spPr>
          <a:xfrm>
            <a:off x="68580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7"/>
          <p:cNvSpPr/>
          <p:nvPr/>
        </p:nvSpPr>
        <p:spPr>
          <a:xfrm>
            <a:off x="6419160" y="1737360"/>
            <a:ext cx="5209920" cy="44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Shape 0"/>
          <p:cNvSpPr/>
          <p:nvPr/>
        </p:nvSpPr>
        <p:spPr>
          <a:xfrm>
            <a:off x="0" y="0"/>
            <a:ext cx="12189600" cy="107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1"/>
          <p:cNvSpPr/>
          <p:nvPr/>
        </p:nvSpPr>
        <p:spPr>
          <a:xfrm>
            <a:off x="502920" y="6510600"/>
            <a:ext cx="438696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2"/>
          <p:cNvSpPr/>
          <p:nvPr/>
        </p:nvSpPr>
        <p:spPr>
          <a:xfrm>
            <a:off x="567000" y="384120"/>
            <a:ext cx="10970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3"/>
          <p:cNvSpPr/>
          <p:nvPr/>
        </p:nvSpPr>
        <p:spPr>
          <a:xfrm>
            <a:off x="585360" y="868680"/>
            <a:ext cx="1069632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9" name="Shape 4"/>
          <p:cNvSpPr/>
          <p:nvPr/>
        </p:nvSpPr>
        <p:spPr>
          <a:xfrm>
            <a:off x="50292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5"/>
          <p:cNvSpPr/>
          <p:nvPr/>
        </p:nvSpPr>
        <p:spPr>
          <a:xfrm>
            <a:off x="54864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Shape 6"/>
          <p:cNvSpPr/>
          <p:nvPr/>
        </p:nvSpPr>
        <p:spPr>
          <a:xfrm>
            <a:off x="17740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2" name="Shape 7"/>
          <p:cNvSpPr/>
          <p:nvPr/>
        </p:nvSpPr>
        <p:spPr>
          <a:xfrm>
            <a:off x="20026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8"/>
          <p:cNvSpPr/>
          <p:nvPr/>
        </p:nvSpPr>
        <p:spPr>
          <a:xfrm>
            <a:off x="20484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4" name="Shape 9"/>
          <p:cNvSpPr/>
          <p:nvPr/>
        </p:nvSpPr>
        <p:spPr>
          <a:xfrm>
            <a:off x="327348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Shape 10"/>
          <p:cNvSpPr/>
          <p:nvPr/>
        </p:nvSpPr>
        <p:spPr>
          <a:xfrm>
            <a:off x="350208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11"/>
          <p:cNvSpPr/>
          <p:nvPr/>
        </p:nvSpPr>
        <p:spPr>
          <a:xfrm>
            <a:off x="354780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Shape 12"/>
          <p:cNvSpPr/>
          <p:nvPr/>
        </p:nvSpPr>
        <p:spPr>
          <a:xfrm>
            <a:off x="47732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8" name="Shape 13"/>
          <p:cNvSpPr/>
          <p:nvPr/>
        </p:nvSpPr>
        <p:spPr>
          <a:xfrm>
            <a:off x="50018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14"/>
          <p:cNvSpPr/>
          <p:nvPr/>
        </p:nvSpPr>
        <p:spPr>
          <a:xfrm>
            <a:off x="50475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Shape 15"/>
          <p:cNvSpPr/>
          <p:nvPr/>
        </p:nvSpPr>
        <p:spPr>
          <a:xfrm>
            <a:off x="627264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Shape 16"/>
          <p:cNvSpPr/>
          <p:nvPr/>
        </p:nvSpPr>
        <p:spPr>
          <a:xfrm>
            <a:off x="650124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17"/>
          <p:cNvSpPr/>
          <p:nvPr/>
        </p:nvSpPr>
        <p:spPr>
          <a:xfrm>
            <a:off x="654696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Shape 18"/>
          <p:cNvSpPr/>
          <p:nvPr/>
        </p:nvSpPr>
        <p:spPr>
          <a:xfrm>
            <a:off x="777240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Shape 19"/>
          <p:cNvSpPr/>
          <p:nvPr/>
        </p:nvSpPr>
        <p:spPr>
          <a:xfrm>
            <a:off x="800100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20"/>
          <p:cNvSpPr/>
          <p:nvPr/>
        </p:nvSpPr>
        <p:spPr>
          <a:xfrm>
            <a:off x="804672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Shape 21"/>
          <p:cNvSpPr/>
          <p:nvPr/>
        </p:nvSpPr>
        <p:spPr>
          <a:xfrm>
            <a:off x="9272160" y="2962800"/>
            <a:ext cx="162360" cy="199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1360" tIns="45000" rIns="8136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22"/>
          <p:cNvSpPr/>
          <p:nvPr/>
        </p:nvSpPr>
        <p:spPr>
          <a:xfrm>
            <a:off x="9500760" y="2743200"/>
            <a:ext cx="1204920" cy="65628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23"/>
          <p:cNvSpPr/>
          <p:nvPr/>
        </p:nvSpPr>
        <p:spPr>
          <a:xfrm>
            <a:off x="9546480" y="2962800"/>
            <a:ext cx="11134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153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2026-06-20T23:38:01Z</cp:lastPrinted>
  <dcterms:modified xsi:type="dcterms:W3CDTF">2026-06-21T16:15:02Z</dcterms:modified>
  <cp:revision>28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