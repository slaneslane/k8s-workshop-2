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82.xml" ContentType="application/vnd.openxmlformats-officedocument.presentationml.slide+xml"/>
  <Override PartName="/ppt/slides/slide111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7.xml" ContentType="application/vnd.openxmlformats-officedocument.presentationml.slide+xml"/>
  <Override PartName="/ppt/slides/slide63.xml" ContentType="application/vnd.openxmlformats-officedocument.presentationml.slide+xml"/>
  <Override PartName="/ppt/slides/slide92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76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7.xml" ContentType="application/vnd.openxmlformats-officedocument.presentationml.slide+xml"/>
  <Override PartName="/ppt/slides/slide109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7.xml" ContentType="application/vnd.openxmlformats-officedocument.presentationml.slide+xml"/>
  <Override PartName="/ppt/slides/slide78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5.xml" ContentType="application/vnd.openxmlformats-officedocument.presentationml.slide+xml"/>
  <Override PartName="/ppt/slides/slide80.xml" ContentType="application/vnd.openxmlformats-officedocument.presentationml.slide+xml"/>
  <Override PartName="/ppt/slides/slide64.xml" ContentType="application/vnd.openxmlformats-officedocument.presentationml.slide+xml"/>
  <Override PartName="/ppt/slides/slide62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12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  <p:sldId id="366" r:id="rId115"/>
    <p:sldId id="367" r:id="rId116"/>
    <p:sldId id="368" r:id="rId117"/>
    <p:sldId id="369" r:id="rId118"/>
    <p:sldId id="370" r:id="rId11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slide" Target="slides/slide111.xml"/><Relationship Id="rId116" Type="http://schemas.openxmlformats.org/officeDocument/2006/relationships/slide" Target="slides/slide112.xml"/><Relationship Id="rId117" Type="http://schemas.openxmlformats.org/officeDocument/2006/relationships/slide" Target="slides/slide113.xml"/><Relationship Id="rId118" Type="http://schemas.openxmlformats.org/officeDocument/2006/relationships/slide" Target="slides/slide114.xml"/><Relationship Id="rId119" Type="http://schemas.openxmlformats.org/officeDocument/2006/relationships/slide" Target="slides/slide115.xml"/><Relationship Id="rId12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2BE8FE6-BDDF-4AAC-A6B1-5761428D81E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_rels/notesSlide111.xml.rels><?xml version="1.0" encoding="UTF-8"?>
<Relationships xmlns="http://schemas.openxmlformats.org/package/2006/relationships"><Relationship Id="rId1" Type="http://schemas.openxmlformats.org/officeDocument/2006/relationships/slide" Target="../slides/slide111.xml"/><Relationship Id="rId2" Type="http://schemas.openxmlformats.org/officeDocument/2006/relationships/notesMaster" Target="../notesMasters/notesMaster1.xml"/>
</Relationships>
</file>

<file path=ppt/notesSlides/_rels/notesSlide112.xml.rels><?xml version="1.0" encoding="UTF-8"?>
<Relationships xmlns="http://schemas.openxmlformats.org/package/2006/relationships"><Relationship Id="rId1" Type="http://schemas.openxmlformats.org/officeDocument/2006/relationships/slide" Target="../slides/slide112.xml"/><Relationship Id="rId2" Type="http://schemas.openxmlformats.org/officeDocument/2006/relationships/notesMaster" Target="../notesMasters/notesMaster1.xml"/>
</Relationships>
</file>

<file path=ppt/notesSlides/_rels/notesSlide113.xml.rels><?xml version="1.0" encoding="UTF-8"?>
<Relationships xmlns="http://schemas.openxmlformats.org/package/2006/relationships"><Relationship Id="rId1" Type="http://schemas.openxmlformats.org/officeDocument/2006/relationships/slide" Target="../slides/slide113.xml"/><Relationship Id="rId2" Type="http://schemas.openxmlformats.org/officeDocument/2006/relationships/notesMaster" Target="../notesMasters/notesMaster1.xml"/>
</Relationships>
</file>

<file path=ppt/notesSlides/_rels/notesSlide114.xml.rels><?xml version="1.0" encoding="UTF-8"?>
<Relationships xmlns="http://schemas.openxmlformats.org/package/2006/relationships"><Relationship Id="rId1" Type="http://schemas.openxmlformats.org/officeDocument/2006/relationships/slide" Target="../slides/slide114.xml"/><Relationship Id="rId2" Type="http://schemas.openxmlformats.org/officeDocument/2006/relationships/notesMaster" Target="../notesMasters/notesMaster1.xml"/>
</Relationships>
</file>

<file path=ppt/notesSlides/_rels/notesSlide115.xml.rels><?xml version="1.0" encoding="UTF-8"?>
<Relationships xmlns="http://schemas.openxmlformats.org/package/2006/relationships"><Relationship Id="rId1" Type="http://schemas.openxmlformats.org/officeDocument/2006/relationships/slide" Target="../slides/slide1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AD659A-5865-4AC6-A52A-B808C48C54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0461B5-A955-4E4E-A95F-1F1243ABDA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1A1DB9-F098-49D4-8340-BFBC2F84FA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DA5376-2F25-4B18-A654-202BD94549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6520A2-D1F2-4D31-BA40-FA89D5C40D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3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7EE6CF-B369-464D-B7D0-9ED66EBFBA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56166B-93AF-4B4B-97BE-B723D3A706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77574C-BDC5-4F36-A523-C29338F3BF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2A531D-61B6-4BC5-86BD-FE6C81AB8A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F85204-5DC5-4789-973E-CF9EEB04E4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8BB21B-BDB5-4E7E-8F4E-AD44018A86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F62DDC-E2BA-444A-91C8-D3231D29ED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12EA23-5DFA-405D-A6B3-35AE39B5D8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4D8205-AA87-4C50-8277-A0E411F1D0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B95AEC-3676-424C-AC00-407D51B0F1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0E785D-F61F-4553-8302-CA00E8438C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15F27C-C332-4360-9FF9-F5A1A461D1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616AE7-57A6-46C9-B076-5A418AFC9C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CF24AE-66C5-4FE2-807E-13963DF163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7C902E-B09C-4BBE-9F59-2EDD8317E8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94437F-3F07-4E29-A1EE-F9A9B121B7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4A7258-8035-4CEE-A4F2-4934AB8B9B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7E243B-F371-41F3-A320-8B06EAB2B1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151695-1268-4547-87FC-132D552F8E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74EAD6-F546-4F9F-BDB2-D48F2F313B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52A5BC-3665-4D97-B86C-FE9ADF7A57E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754F44-9CDA-4FCB-8581-69CE2D17A6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3CDD88-8F19-4001-9F74-D736E61EBD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02C9D6-3207-4507-8EC7-72A600F682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0FE20B-65DE-47FC-8E04-0D6C690B8E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6B6198-8FE6-45F8-8A6D-B46DFF19AD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985DAA-4C79-4945-B46E-901BFA8776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FF06B1-9DAA-43FD-91E3-B0B6FAA209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2DE72-5F78-4435-BAA0-7DBA3DEDBC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66D218-CD93-445A-B9AE-569649C5DC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14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D3A566-013A-40BA-98CD-BB75C9E00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A4A96C-4608-4131-B90F-A2038F54C6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7DB5B1-F2B0-4B14-B15A-A33B9A0865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456042-8082-4002-B19C-C0CBD80BCC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E28DE2-277D-4B31-AF4A-EC254FE7EE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B607E0-AD06-4667-A949-C4316042B5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1C4629-E408-4B59-AC5E-1E5BE8A83D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E2469-3E0F-4EFA-A45F-EA21619DBB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06E378-B7DC-4A8B-B16E-729BB80B12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EB5A2F-C1CE-4F98-9753-CF90CA68D2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D2D9C7-A906-4AC6-B0D8-F6E816C5FF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717B52-2F1C-42EA-9582-37F7568674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099E4B-69D7-4366-8442-AE1DE5F743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88DCE4-5550-4AFC-AA79-280816FA0B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1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482BA4-A07F-4F0E-B8D2-0FAD24907B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79EE7E-588D-4B05-8708-91F5612A48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485230-2504-41D9-A74B-32E0AE77F9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47CB7D-A544-42CF-8722-CFDB98FC7E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363F3E-52AD-4EF7-8472-23DFE8F72E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1F252F-9D99-40E6-B744-F7117D0224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34A7A1-8F00-4C7D-8CFF-BE81E6B0C2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4A7837-2D2A-4A6E-98B7-5EF6ED50934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1BE4C2-0E22-4E1A-B055-C607D2C158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ADE529-4104-4AEA-9AA3-6FCF5B4923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BF213E-8072-4EED-BFF3-4FDF70DB24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3CC149-3161-4EF4-B94B-F88E6380F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261009-58E1-43E9-8011-C92CAADDDB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DA27D2-9629-42F8-BBA8-CB51E6C006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BD89A2-A126-42BF-B3DC-177DE9A796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D898D3-6165-4149-BFA0-FC1A8BE3AB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EFA61B-5552-4C2C-A9FE-89ED7CA043E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3884517-8409-4B63-B2D6-6C1F9AA698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E908B4-1CA4-403F-A233-75B0109241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F72124-5740-4E2A-B99E-A735EB4613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0A07AE-409B-4449-BD6C-E1C596E1DA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44F522-A3BA-42F1-A113-29916DFACE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7F7027-29B8-4D2F-81A2-0D578B8A5A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07DBD1-5FEF-40A5-B77F-D866E15114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A9704C-E1CD-474E-AFC0-B19A098D71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D9BDC7-BCD4-46E3-888B-15D8A7BB3D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FC4EA4-552F-423F-B256-3F96A3701E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C76584-5538-4B9F-916C-16811FA63D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5AE0C1-37BA-4B5E-BB21-5492358C5A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991FAD-6DF5-4D37-8312-4DC9338C57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5E48E5-6D06-4D41-A0F6-2332D7F59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39C2F9-BF47-42AE-B5C6-C3F739C1B1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3E26A5-995F-49D6-A7FA-01D8112901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3FC0FC-DD71-4657-A93C-49C2140BE2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50D6EA-D316-4775-AD09-1FF2272239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7B3283-4CE3-4ADA-B0F3-9C989831A5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69818A-2798-43D7-BBAE-42D0FCBE8AD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663DD5-0575-4D78-B578-A44B9E9F71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78E62-08D5-40D2-AD2A-7394F84C6C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B22D02-AA62-4CA0-B639-DB6215E1C3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48C08C-95A4-4D0C-ABC9-42B7DC2A47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3E986A-7775-4F2B-ADB4-0B07000C31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A33637-F593-44D9-B85D-47B06479D2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BFA63A-AA27-4B86-935A-A0986A2808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7F18F5-FE6B-40B8-BA20-9B34EF2760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431528-C6DE-4E73-B8B6-D0ED567C32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9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CB6D60-E92B-42DF-979D-F863226F26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2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6D2AD60-AFDF-4562-9EC7-427CACF078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5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BCA013-BDF2-4351-8959-5B91A70C08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8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62A774-3E73-4D90-9462-81DE859732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1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3C81AB-D9F0-4068-96DD-55889F93BB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4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CE173-A850-405F-B61D-E26E77D392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A91498-1186-4FD2-84BC-2D759295A4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0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AF4BC1-E01F-4496-A585-7CC9714F24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3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4860DE-6566-4FDB-9A24-2FA1626F74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6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9E6074-D119-42E8-BC99-833A668781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080" cy="3081960"/>
          </a:xfrm>
          <a:prstGeom prst="rect">
            <a:avLst/>
          </a:prstGeom>
          <a:ln w="0">
            <a:noFill/>
          </a:ln>
        </p:spPr>
      </p:sp>
      <p:sp>
        <p:nvSpPr>
          <p:cNvPr id="1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080" cy="359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9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67480" cy="45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009CDD-20E9-4D7A-90C9-405323C77E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034D89-0C81-4584-A8E9-548D344878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2603160" y="5297040"/>
            <a:ext cx="241164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546084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931D69A-8BF9-475D-9431-B82B66986E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380880" y="5297040"/>
            <a:ext cx="1776600" cy="302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tabLst>
                <a:tab pos="0" algn="l"/>
              </a:tabLst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  <a:tabLst>
                <a:tab pos="0" algn="l"/>
              </a:tabLst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560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6880" cy="32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088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17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74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74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0360" cy="86436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604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60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280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00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799160" cy="498204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7880" cy="498204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4440" cy="25452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828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3000" cy="25452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68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880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69920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8760" cy="83988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79160" cy="6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6200" cy="5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0280" cy="41904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068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276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316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5840" cy="65700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624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276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316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5840" cy="63864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6240" cy="4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192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4440" cy="105912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484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048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7200" cy="40104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736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0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760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012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0680" cy="685656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0680" cy="16308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4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3240" cy="452484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46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03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8840" cy="41004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19240" cy="19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460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4400" cy="43740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1480" cy="1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4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Rectangle 15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35"/>
          <p:cNvSpPr/>
          <p:nvPr/>
        </p:nvSpPr>
        <p:spPr>
          <a:xfrm>
            <a:off x="571320" y="342720"/>
            <a:ext cx="101782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YAML in Kubernetes — the minimum you need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6"/>
          <p:cNvSpPr/>
          <p:nvPr/>
        </p:nvSpPr>
        <p:spPr>
          <a:xfrm>
            <a:off x="594360" y="876240"/>
            <a:ext cx="74725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Kubernetes manifests are structured text files that describe the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685800" y="1371600"/>
            <a:ext cx="5713920" cy="34279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37"/>
          <p:cNvSpPr/>
          <p:nvPr/>
        </p:nvSpPr>
        <p:spPr>
          <a:xfrm>
            <a:off x="876240" y="1508760"/>
            <a:ext cx="55476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apps/v1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Deployment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replicas: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template: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containers: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- name: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    image: 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8"/>
          <p:cNvSpPr/>
          <p:nvPr/>
        </p:nvSpPr>
        <p:spPr>
          <a:xfrm>
            <a:off x="6858000" y="1485720"/>
            <a:ext cx="4125960" cy="19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Indentation matters: use spaces, not tabs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key: value defines properties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Lists start with '-'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Nested blocks represent object structure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Kubernetes reads this as desired state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5"/>
          <p:cNvSpPr/>
          <p:nvPr/>
        </p:nvSpPr>
        <p:spPr>
          <a:xfrm>
            <a:off x="3581280" y="5333760"/>
            <a:ext cx="4875840" cy="4561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39"/>
          <p:cNvSpPr/>
          <p:nvPr/>
        </p:nvSpPr>
        <p:spPr>
          <a:xfrm>
            <a:off x="4492440" y="5392080"/>
            <a:ext cx="3054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YAML is data, not a script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6"/>
          <p:cNvSpPr/>
          <p:nvPr/>
        </p:nvSpPr>
        <p:spPr>
          <a:xfrm>
            <a:off x="0" y="0"/>
            <a:ext cx="12191400" cy="685692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17"/>
          <p:cNvSpPr/>
          <p:nvPr/>
        </p:nvSpPr>
        <p:spPr>
          <a:xfrm>
            <a:off x="0" y="0"/>
            <a:ext cx="12191400" cy="6012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40"/>
          <p:cNvSpPr/>
          <p:nvPr/>
        </p:nvSpPr>
        <p:spPr>
          <a:xfrm>
            <a:off x="571320" y="342720"/>
            <a:ext cx="69483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Reading a Kubernetes manifest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41"/>
          <p:cNvSpPr/>
          <p:nvPr/>
        </p:nvSpPr>
        <p:spPr>
          <a:xfrm>
            <a:off x="594000" y="876240"/>
            <a:ext cx="5757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Most Kubernetes YAML files follow the same mental model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16"/>
          <p:cNvSpPr/>
          <p:nvPr/>
        </p:nvSpPr>
        <p:spPr>
          <a:xfrm>
            <a:off x="228600" y="1333440"/>
            <a:ext cx="6476040" cy="3618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397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42"/>
          <p:cNvSpPr/>
          <p:nvPr/>
        </p:nvSpPr>
        <p:spPr>
          <a:xfrm>
            <a:off x="457200" y="1470600"/>
            <a:ext cx="609804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apiVersion: v1         # Which API version?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kind: Service          # What object type?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metadata: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name: flask-app      # Object name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spec: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selector: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app: flask-app     # Which Pods?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ports: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- port: 80         # Service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    targetPort: 8080 # Container 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43"/>
          <p:cNvSpPr/>
          <p:nvPr/>
        </p:nvSpPr>
        <p:spPr>
          <a:xfrm>
            <a:off x="7010280" y="1409400"/>
            <a:ext cx="481788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apiVersion + kind: what Kubernetes object this is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metadata: name, labels, annotations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spec: the desired configuration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status: current state, generated by Kubernetes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Troubleshooting often means comparing spec vs status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17"/>
          <p:cNvSpPr/>
          <p:nvPr/>
        </p:nvSpPr>
        <p:spPr>
          <a:xfrm>
            <a:off x="2590560" y="5371920"/>
            <a:ext cx="7085880" cy="4561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4"/>
          <p:cNvSpPr/>
          <p:nvPr/>
        </p:nvSpPr>
        <p:spPr>
          <a:xfrm>
            <a:off x="3027600" y="5429880"/>
            <a:ext cx="6213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kubectl apply sends spec; Kubernetes updates 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Shape 16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20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7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8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02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2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27"/>
          <p:cNvSpPr/>
          <p:nvPr/>
        </p:nvSpPr>
        <p:spPr>
          <a:xfrm>
            <a:off x="567000" y="960120"/>
            <a:ext cx="749520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28"/>
          <p:cNvSpPr/>
          <p:nvPr/>
        </p:nvSpPr>
        <p:spPr>
          <a:xfrm>
            <a:off x="594360" y="1682640"/>
            <a:ext cx="804384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04"/>
          <p:cNvSpPr/>
          <p:nvPr/>
        </p:nvSpPr>
        <p:spPr>
          <a:xfrm>
            <a:off x="658440" y="2331720"/>
            <a:ext cx="14144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29"/>
          <p:cNvSpPr/>
          <p:nvPr/>
        </p:nvSpPr>
        <p:spPr>
          <a:xfrm>
            <a:off x="658440" y="2414160"/>
            <a:ext cx="14144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05"/>
          <p:cNvSpPr/>
          <p:nvPr/>
        </p:nvSpPr>
        <p:spPr>
          <a:xfrm>
            <a:off x="2240280" y="2331720"/>
            <a:ext cx="168876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0"/>
          <p:cNvSpPr/>
          <p:nvPr/>
        </p:nvSpPr>
        <p:spPr>
          <a:xfrm>
            <a:off x="2240280" y="2414160"/>
            <a:ext cx="168876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06"/>
          <p:cNvSpPr/>
          <p:nvPr/>
        </p:nvSpPr>
        <p:spPr>
          <a:xfrm>
            <a:off x="4096440" y="2331720"/>
            <a:ext cx="8200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31"/>
          <p:cNvSpPr/>
          <p:nvPr/>
        </p:nvSpPr>
        <p:spPr>
          <a:xfrm>
            <a:off x="4096440" y="2414160"/>
            <a:ext cx="8200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07"/>
          <p:cNvSpPr/>
          <p:nvPr/>
        </p:nvSpPr>
        <p:spPr>
          <a:xfrm>
            <a:off x="5102280" y="2331720"/>
            <a:ext cx="95724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32"/>
          <p:cNvSpPr/>
          <p:nvPr/>
        </p:nvSpPr>
        <p:spPr>
          <a:xfrm>
            <a:off x="5102280" y="2414160"/>
            <a:ext cx="95724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08"/>
          <p:cNvSpPr/>
          <p:nvPr/>
        </p:nvSpPr>
        <p:spPr>
          <a:xfrm>
            <a:off x="6272640" y="2331720"/>
            <a:ext cx="1505880" cy="38124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33"/>
          <p:cNvSpPr/>
          <p:nvPr/>
        </p:nvSpPr>
        <p:spPr>
          <a:xfrm>
            <a:off x="6272640" y="2414160"/>
            <a:ext cx="1505880" cy="1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9"/>
          <p:cNvSpPr/>
          <p:nvPr/>
        </p:nvSpPr>
        <p:spPr>
          <a:xfrm>
            <a:off x="731520" y="3063240"/>
            <a:ext cx="10741320" cy="173448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34"/>
          <p:cNvSpPr/>
          <p:nvPr/>
        </p:nvSpPr>
        <p:spPr>
          <a:xfrm>
            <a:off x="932760" y="3227760"/>
            <a:ext cx="10338840" cy="147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35"/>
          <p:cNvSpPr/>
          <p:nvPr/>
        </p:nvSpPr>
        <p:spPr>
          <a:xfrm>
            <a:off x="749880" y="5166360"/>
            <a:ext cx="968976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110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36"/>
          <p:cNvSpPr/>
          <p:nvPr/>
        </p:nvSpPr>
        <p:spPr>
          <a:xfrm>
            <a:off x="548640" y="6419160"/>
            <a:ext cx="41119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37"/>
          <p:cNvSpPr/>
          <p:nvPr/>
        </p:nvSpPr>
        <p:spPr>
          <a:xfrm>
            <a:off x="548640" y="411480"/>
            <a:ext cx="1106136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38"/>
          <p:cNvSpPr/>
          <p:nvPr/>
        </p:nvSpPr>
        <p:spPr>
          <a:xfrm>
            <a:off x="567000" y="987480"/>
            <a:ext cx="106041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2"/>
          <p:cNvSpPr/>
          <p:nvPr/>
        </p:nvSpPr>
        <p:spPr>
          <a:xfrm>
            <a:off x="658440" y="1600200"/>
            <a:ext cx="688284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39"/>
          <p:cNvSpPr/>
          <p:nvPr/>
        </p:nvSpPr>
        <p:spPr>
          <a:xfrm>
            <a:off x="859680" y="1764720"/>
            <a:ext cx="622440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113"/>
          <p:cNvSpPr/>
          <p:nvPr/>
        </p:nvSpPr>
        <p:spPr>
          <a:xfrm>
            <a:off x="7772400" y="1600200"/>
            <a:ext cx="3746160" cy="191736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40"/>
          <p:cNvSpPr/>
          <p:nvPr/>
        </p:nvSpPr>
        <p:spPr>
          <a:xfrm>
            <a:off x="8229600" y="1764720"/>
            <a:ext cx="3087720" cy="16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1"/>
          <p:cNvSpPr/>
          <p:nvPr/>
        </p:nvSpPr>
        <p:spPr>
          <a:xfrm>
            <a:off x="685800" y="3977640"/>
            <a:ext cx="274032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42"/>
          <p:cNvSpPr/>
          <p:nvPr/>
        </p:nvSpPr>
        <p:spPr>
          <a:xfrm>
            <a:off x="822960" y="4462200"/>
            <a:ext cx="566640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14"/>
          <p:cNvSpPr/>
          <p:nvPr/>
        </p:nvSpPr>
        <p:spPr>
          <a:xfrm>
            <a:off x="6995160" y="4343400"/>
            <a:ext cx="4066200" cy="95724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43"/>
          <p:cNvSpPr/>
          <p:nvPr/>
        </p:nvSpPr>
        <p:spPr>
          <a:xfrm>
            <a:off x="7269480" y="4681800"/>
            <a:ext cx="34718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11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4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4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17"/>
          <p:cNvSpPr/>
          <p:nvPr/>
        </p:nvSpPr>
        <p:spPr>
          <a:xfrm>
            <a:off x="685800" y="1463040"/>
            <a:ext cx="1078740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47"/>
          <p:cNvSpPr/>
          <p:nvPr/>
        </p:nvSpPr>
        <p:spPr>
          <a:xfrm>
            <a:off x="887040" y="1627560"/>
            <a:ext cx="10384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18"/>
          <p:cNvSpPr/>
          <p:nvPr/>
        </p:nvSpPr>
        <p:spPr>
          <a:xfrm>
            <a:off x="822960" y="27889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48"/>
          <p:cNvSpPr/>
          <p:nvPr/>
        </p:nvSpPr>
        <p:spPr>
          <a:xfrm>
            <a:off x="969120" y="28987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9"/>
          <p:cNvSpPr/>
          <p:nvPr/>
        </p:nvSpPr>
        <p:spPr>
          <a:xfrm>
            <a:off x="3977640" y="28803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19"/>
          <p:cNvSpPr/>
          <p:nvPr/>
        </p:nvSpPr>
        <p:spPr>
          <a:xfrm>
            <a:off x="822960" y="34747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50"/>
          <p:cNvSpPr/>
          <p:nvPr/>
        </p:nvSpPr>
        <p:spPr>
          <a:xfrm>
            <a:off x="969120" y="35845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51"/>
          <p:cNvSpPr/>
          <p:nvPr/>
        </p:nvSpPr>
        <p:spPr>
          <a:xfrm>
            <a:off x="3977640" y="35661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0"/>
          <p:cNvSpPr/>
          <p:nvPr/>
        </p:nvSpPr>
        <p:spPr>
          <a:xfrm>
            <a:off x="822960" y="41605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52"/>
          <p:cNvSpPr/>
          <p:nvPr/>
        </p:nvSpPr>
        <p:spPr>
          <a:xfrm>
            <a:off x="969120" y="42703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53"/>
          <p:cNvSpPr/>
          <p:nvPr/>
        </p:nvSpPr>
        <p:spPr>
          <a:xfrm>
            <a:off x="3977640" y="42519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21"/>
          <p:cNvSpPr/>
          <p:nvPr/>
        </p:nvSpPr>
        <p:spPr>
          <a:xfrm>
            <a:off x="822960" y="4846320"/>
            <a:ext cx="2832120" cy="43632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4"/>
          <p:cNvSpPr/>
          <p:nvPr/>
        </p:nvSpPr>
        <p:spPr>
          <a:xfrm>
            <a:off x="969120" y="4956120"/>
            <a:ext cx="25578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5"/>
          <p:cNvSpPr/>
          <p:nvPr/>
        </p:nvSpPr>
        <p:spPr>
          <a:xfrm>
            <a:off x="3977640" y="4937760"/>
            <a:ext cx="621540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56"/>
          <p:cNvSpPr/>
          <p:nvPr/>
        </p:nvSpPr>
        <p:spPr>
          <a:xfrm>
            <a:off x="749880" y="5806440"/>
            <a:ext cx="9781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12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5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5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5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24"/>
          <p:cNvSpPr/>
          <p:nvPr/>
        </p:nvSpPr>
        <p:spPr>
          <a:xfrm>
            <a:off x="731520" y="1554480"/>
            <a:ext cx="10467720" cy="182628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60"/>
          <p:cNvSpPr/>
          <p:nvPr/>
        </p:nvSpPr>
        <p:spPr>
          <a:xfrm>
            <a:off x="932760" y="1719000"/>
            <a:ext cx="10037880" cy="15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61"/>
          <p:cNvSpPr/>
          <p:nvPr/>
        </p:nvSpPr>
        <p:spPr>
          <a:xfrm>
            <a:off x="6629400" y="3657600"/>
            <a:ext cx="43866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62"/>
          <p:cNvSpPr/>
          <p:nvPr/>
        </p:nvSpPr>
        <p:spPr>
          <a:xfrm>
            <a:off x="6629400" y="4298040"/>
            <a:ext cx="466092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25"/>
          <p:cNvSpPr/>
          <p:nvPr/>
        </p:nvSpPr>
        <p:spPr>
          <a:xfrm>
            <a:off x="914400" y="4251960"/>
            <a:ext cx="5209560" cy="109476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63"/>
          <p:cNvSpPr/>
          <p:nvPr/>
        </p:nvSpPr>
        <p:spPr>
          <a:xfrm>
            <a:off x="1115640" y="4416480"/>
            <a:ext cx="4807080" cy="83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Shape 126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6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6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6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28"/>
          <p:cNvSpPr/>
          <p:nvPr/>
        </p:nvSpPr>
        <p:spPr>
          <a:xfrm>
            <a:off x="685800" y="1536120"/>
            <a:ext cx="9827640" cy="74772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67"/>
          <p:cNvSpPr/>
          <p:nvPr/>
        </p:nvSpPr>
        <p:spPr>
          <a:xfrm>
            <a:off x="887040" y="1600200"/>
            <a:ext cx="93978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29"/>
          <p:cNvSpPr/>
          <p:nvPr/>
        </p:nvSpPr>
        <p:spPr>
          <a:xfrm flipV="1">
            <a:off x="6602040" y="2509560"/>
            <a:ext cx="4935240" cy="159804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68"/>
          <p:cNvSpPr/>
          <p:nvPr/>
        </p:nvSpPr>
        <p:spPr>
          <a:xfrm>
            <a:off x="6803280" y="2514600"/>
            <a:ext cx="4532760" cy="159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9"/>
          <p:cNvSpPr/>
          <p:nvPr/>
        </p:nvSpPr>
        <p:spPr>
          <a:xfrm>
            <a:off x="749880" y="3794760"/>
            <a:ext cx="25578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0"/>
          <p:cNvSpPr/>
          <p:nvPr/>
        </p:nvSpPr>
        <p:spPr>
          <a:xfrm>
            <a:off x="8413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70"/>
          <p:cNvSpPr/>
          <p:nvPr/>
        </p:nvSpPr>
        <p:spPr>
          <a:xfrm>
            <a:off x="8413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71"/>
          <p:cNvSpPr/>
          <p:nvPr/>
        </p:nvSpPr>
        <p:spPr>
          <a:xfrm>
            <a:off x="1344240" y="4407480"/>
            <a:ext cx="246636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32"/>
          <p:cNvSpPr/>
          <p:nvPr/>
        </p:nvSpPr>
        <p:spPr>
          <a:xfrm>
            <a:off x="382212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72"/>
          <p:cNvSpPr/>
          <p:nvPr/>
        </p:nvSpPr>
        <p:spPr>
          <a:xfrm>
            <a:off x="382212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73"/>
          <p:cNvSpPr/>
          <p:nvPr/>
        </p:nvSpPr>
        <p:spPr>
          <a:xfrm>
            <a:off x="4325040" y="4407480"/>
            <a:ext cx="18262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34"/>
          <p:cNvSpPr/>
          <p:nvPr/>
        </p:nvSpPr>
        <p:spPr>
          <a:xfrm>
            <a:off x="6199560" y="4370760"/>
            <a:ext cx="381600" cy="38160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74"/>
          <p:cNvSpPr/>
          <p:nvPr/>
        </p:nvSpPr>
        <p:spPr>
          <a:xfrm>
            <a:off x="6199560" y="4457880"/>
            <a:ext cx="381600" cy="1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75"/>
          <p:cNvSpPr/>
          <p:nvPr/>
        </p:nvSpPr>
        <p:spPr>
          <a:xfrm>
            <a:off x="6702480" y="4407480"/>
            <a:ext cx="159768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76"/>
          <p:cNvSpPr/>
          <p:nvPr/>
        </p:nvSpPr>
        <p:spPr>
          <a:xfrm>
            <a:off x="786240" y="5532120"/>
            <a:ext cx="104216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3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77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8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79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37"/>
          <p:cNvSpPr/>
          <p:nvPr/>
        </p:nvSpPr>
        <p:spPr>
          <a:xfrm>
            <a:off x="713160" y="1508760"/>
            <a:ext cx="8885880" cy="54648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0"/>
          <p:cNvSpPr/>
          <p:nvPr/>
        </p:nvSpPr>
        <p:spPr>
          <a:xfrm>
            <a:off x="914400" y="1508760"/>
            <a:ext cx="93704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38"/>
          <p:cNvSpPr/>
          <p:nvPr/>
        </p:nvSpPr>
        <p:spPr>
          <a:xfrm>
            <a:off x="6537960" y="2286000"/>
            <a:ext cx="5072400" cy="136944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81"/>
          <p:cNvSpPr/>
          <p:nvPr/>
        </p:nvSpPr>
        <p:spPr>
          <a:xfrm>
            <a:off x="6739200" y="2286000"/>
            <a:ext cx="46699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39"/>
          <p:cNvSpPr/>
          <p:nvPr/>
        </p:nvSpPr>
        <p:spPr>
          <a:xfrm>
            <a:off x="960120" y="4005000"/>
            <a:ext cx="146052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82"/>
          <p:cNvSpPr/>
          <p:nvPr/>
        </p:nvSpPr>
        <p:spPr>
          <a:xfrm>
            <a:off x="1234440" y="4325040"/>
            <a:ext cx="911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141"/>
          <p:cNvSpPr/>
          <p:nvPr/>
        </p:nvSpPr>
        <p:spPr>
          <a:xfrm>
            <a:off x="4251960" y="4005000"/>
            <a:ext cx="164340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183"/>
          <p:cNvSpPr/>
          <p:nvPr/>
        </p:nvSpPr>
        <p:spPr>
          <a:xfrm>
            <a:off x="4462200" y="4325040"/>
            <a:ext cx="123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43"/>
          <p:cNvSpPr/>
          <p:nvPr/>
        </p:nvSpPr>
        <p:spPr>
          <a:xfrm>
            <a:off x="7589520" y="4005000"/>
            <a:ext cx="1734840" cy="82044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84"/>
          <p:cNvSpPr/>
          <p:nvPr/>
        </p:nvSpPr>
        <p:spPr>
          <a:xfrm>
            <a:off x="7927920" y="4325040"/>
            <a:ext cx="10033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85"/>
          <p:cNvSpPr/>
          <p:nvPr/>
        </p:nvSpPr>
        <p:spPr>
          <a:xfrm>
            <a:off x="868680" y="5596200"/>
            <a:ext cx="8227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14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86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187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88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46"/>
          <p:cNvSpPr/>
          <p:nvPr/>
        </p:nvSpPr>
        <p:spPr>
          <a:xfrm>
            <a:off x="749880" y="1536120"/>
            <a:ext cx="10421640" cy="71064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89"/>
          <p:cNvSpPr/>
          <p:nvPr/>
        </p:nvSpPr>
        <p:spPr>
          <a:xfrm>
            <a:off x="951120" y="1700640"/>
            <a:ext cx="1001916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47"/>
          <p:cNvSpPr/>
          <p:nvPr/>
        </p:nvSpPr>
        <p:spPr>
          <a:xfrm>
            <a:off x="804600" y="2743200"/>
            <a:ext cx="5392440" cy="1414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90"/>
          <p:cNvSpPr/>
          <p:nvPr/>
        </p:nvSpPr>
        <p:spPr>
          <a:xfrm>
            <a:off x="1005840" y="2907720"/>
            <a:ext cx="498996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1"/>
          <p:cNvSpPr/>
          <p:nvPr/>
        </p:nvSpPr>
        <p:spPr>
          <a:xfrm>
            <a:off x="6720840" y="2761560"/>
            <a:ext cx="36550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192"/>
          <p:cNvSpPr/>
          <p:nvPr/>
        </p:nvSpPr>
        <p:spPr>
          <a:xfrm>
            <a:off x="6729840" y="3273480"/>
            <a:ext cx="4478040" cy="118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48"/>
          <p:cNvSpPr/>
          <p:nvPr/>
        </p:nvSpPr>
        <p:spPr>
          <a:xfrm>
            <a:off x="822960" y="4937760"/>
            <a:ext cx="7312680" cy="59184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193"/>
          <p:cNvSpPr/>
          <p:nvPr/>
        </p:nvSpPr>
        <p:spPr>
          <a:xfrm>
            <a:off x="1024200" y="5102280"/>
            <a:ext cx="6910200" cy="3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149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194"/>
          <p:cNvSpPr/>
          <p:nvPr/>
        </p:nvSpPr>
        <p:spPr>
          <a:xfrm>
            <a:off x="548640" y="6419160"/>
            <a:ext cx="41122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195"/>
          <p:cNvSpPr/>
          <p:nvPr/>
        </p:nvSpPr>
        <p:spPr>
          <a:xfrm>
            <a:off x="54864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196"/>
          <p:cNvSpPr/>
          <p:nvPr/>
        </p:nvSpPr>
        <p:spPr>
          <a:xfrm>
            <a:off x="567000" y="987480"/>
            <a:ext cx="10604520" cy="34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51"/>
          <p:cNvSpPr/>
          <p:nvPr/>
        </p:nvSpPr>
        <p:spPr>
          <a:xfrm>
            <a:off x="7772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197"/>
          <p:cNvSpPr/>
          <p:nvPr/>
        </p:nvSpPr>
        <p:spPr>
          <a:xfrm>
            <a:off x="7772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53"/>
          <p:cNvSpPr/>
          <p:nvPr/>
        </p:nvSpPr>
        <p:spPr>
          <a:xfrm>
            <a:off x="246888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98"/>
          <p:cNvSpPr/>
          <p:nvPr/>
        </p:nvSpPr>
        <p:spPr>
          <a:xfrm>
            <a:off x="246888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155"/>
          <p:cNvSpPr/>
          <p:nvPr/>
        </p:nvSpPr>
        <p:spPr>
          <a:xfrm>
            <a:off x="416052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99"/>
          <p:cNvSpPr/>
          <p:nvPr/>
        </p:nvSpPr>
        <p:spPr>
          <a:xfrm>
            <a:off x="416052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57"/>
          <p:cNvSpPr/>
          <p:nvPr/>
        </p:nvSpPr>
        <p:spPr>
          <a:xfrm>
            <a:off x="585216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0"/>
          <p:cNvSpPr/>
          <p:nvPr/>
        </p:nvSpPr>
        <p:spPr>
          <a:xfrm>
            <a:off x="585216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159"/>
          <p:cNvSpPr/>
          <p:nvPr/>
        </p:nvSpPr>
        <p:spPr>
          <a:xfrm>
            <a:off x="754380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201"/>
          <p:cNvSpPr/>
          <p:nvPr/>
        </p:nvSpPr>
        <p:spPr>
          <a:xfrm>
            <a:off x="754380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61"/>
          <p:cNvSpPr/>
          <p:nvPr/>
        </p:nvSpPr>
        <p:spPr>
          <a:xfrm>
            <a:off x="9235440" y="1874520"/>
            <a:ext cx="1296000" cy="59184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202"/>
          <p:cNvSpPr/>
          <p:nvPr/>
        </p:nvSpPr>
        <p:spPr>
          <a:xfrm>
            <a:off x="9235440" y="2084760"/>
            <a:ext cx="129600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03"/>
          <p:cNvSpPr/>
          <p:nvPr/>
        </p:nvSpPr>
        <p:spPr>
          <a:xfrm>
            <a:off x="822960" y="324612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04"/>
          <p:cNvSpPr/>
          <p:nvPr/>
        </p:nvSpPr>
        <p:spPr>
          <a:xfrm>
            <a:off x="868680" y="3749040"/>
            <a:ext cx="81356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162"/>
          <p:cNvSpPr/>
          <p:nvPr/>
        </p:nvSpPr>
        <p:spPr>
          <a:xfrm>
            <a:off x="6446520" y="5559480"/>
            <a:ext cx="4660920" cy="52776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205"/>
          <p:cNvSpPr/>
          <p:nvPr/>
        </p:nvSpPr>
        <p:spPr>
          <a:xfrm>
            <a:off x="6647760" y="5724000"/>
            <a:ext cx="4258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18"/>
          <p:cNvSpPr/>
          <p:nvPr/>
        </p:nvSpPr>
        <p:spPr>
          <a:xfrm>
            <a:off x="0" y="0"/>
            <a:ext cx="12191760" cy="685728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6" name="Rectangle 19"/>
          <p:cNvSpPr/>
          <p:nvPr/>
        </p:nvSpPr>
        <p:spPr>
          <a:xfrm>
            <a:off x="0" y="0"/>
            <a:ext cx="12191760" cy="6048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7" name="TextBox 45"/>
          <p:cNvSpPr/>
          <p:nvPr/>
        </p:nvSpPr>
        <p:spPr>
          <a:xfrm>
            <a:off x="533160" y="304560"/>
            <a:ext cx="8499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Entering Containers (Docker vs Kubernetes)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46"/>
          <p:cNvSpPr/>
          <p:nvPr/>
        </p:nvSpPr>
        <p:spPr>
          <a:xfrm>
            <a:off x="609480" y="990360"/>
            <a:ext cx="6891840" cy="788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ps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&lt;container&gt;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docker exec -it &lt;container&gt;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docker exec -it docker-app-1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Kubernetes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exec -it &lt;pod&gt; -- bash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Example: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exec -it deploy/flask-app -- 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---------------------------------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Distroless images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No shell available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Use: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logs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describe pod &lt;pod&gt;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debug &lt;pod&gt; -it --image=busybox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2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24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94360" y="1051560"/>
            <a:ext cx="4568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67000" y="1508760"/>
            <a:ext cx="9871920" cy="72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39"/>
          <p:cNvSpPr/>
          <p:nvPr/>
        </p:nvSpPr>
        <p:spPr>
          <a:xfrm>
            <a:off x="603360" y="2331720"/>
            <a:ext cx="96890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17"/>
          <p:cNvSpPr/>
          <p:nvPr/>
        </p:nvSpPr>
        <p:spPr>
          <a:xfrm>
            <a:off x="914400" y="3794760"/>
            <a:ext cx="191664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4"/>
          <p:cNvSpPr/>
          <p:nvPr/>
        </p:nvSpPr>
        <p:spPr>
          <a:xfrm>
            <a:off x="987480" y="3940920"/>
            <a:ext cx="17704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3"/>
          <p:cNvSpPr/>
          <p:nvPr/>
        </p:nvSpPr>
        <p:spPr>
          <a:xfrm>
            <a:off x="4160520" y="3794760"/>
            <a:ext cx="209952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45"/>
          <p:cNvSpPr/>
          <p:nvPr/>
        </p:nvSpPr>
        <p:spPr>
          <a:xfrm>
            <a:off x="4233600" y="3940920"/>
            <a:ext cx="1953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Shape 26"/>
          <p:cNvSpPr/>
          <p:nvPr/>
        </p:nvSpPr>
        <p:spPr>
          <a:xfrm>
            <a:off x="7589520" y="3794760"/>
            <a:ext cx="2190960" cy="72792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46"/>
          <p:cNvSpPr/>
          <p:nvPr/>
        </p:nvSpPr>
        <p:spPr>
          <a:xfrm>
            <a:off x="7662600" y="3940920"/>
            <a:ext cx="20448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28"/>
          <p:cNvSpPr/>
          <p:nvPr/>
        </p:nvSpPr>
        <p:spPr>
          <a:xfrm>
            <a:off x="10744200" y="3794760"/>
            <a:ext cx="910800" cy="72792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7"/>
          <p:cNvSpPr/>
          <p:nvPr/>
        </p:nvSpPr>
        <p:spPr>
          <a:xfrm>
            <a:off x="10817280" y="3940920"/>
            <a:ext cx="764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3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4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38"/>
          <p:cNvSpPr/>
          <p:nvPr/>
        </p:nvSpPr>
        <p:spPr>
          <a:xfrm>
            <a:off x="502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51"/>
          <p:cNvSpPr/>
          <p:nvPr/>
        </p:nvSpPr>
        <p:spPr>
          <a:xfrm>
            <a:off x="576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0"/>
          <p:cNvSpPr/>
          <p:nvPr/>
        </p:nvSpPr>
        <p:spPr>
          <a:xfrm>
            <a:off x="25146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52"/>
          <p:cNvSpPr/>
          <p:nvPr/>
        </p:nvSpPr>
        <p:spPr>
          <a:xfrm>
            <a:off x="25876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41"/>
          <p:cNvSpPr/>
          <p:nvPr/>
        </p:nvSpPr>
        <p:spPr>
          <a:xfrm>
            <a:off x="44989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53"/>
          <p:cNvSpPr/>
          <p:nvPr/>
        </p:nvSpPr>
        <p:spPr>
          <a:xfrm>
            <a:off x="45720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42"/>
          <p:cNvSpPr/>
          <p:nvPr/>
        </p:nvSpPr>
        <p:spPr>
          <a:xfrm>
            <a:off x="647388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54"/>
          <p:cNvSpPr/>
          <p:nvPr/>
        </p:nvSpPr>
        <p:spPr>
          <a:xfrm>
            <a:off x="654696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43"/>
          <p:cNvSpPr/>
          <p:nvPr/>
        </p:nvSpPr>
        <p:spPr>
          <a:xfrm>
            <a:off x="845820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5"/>
          <p:cNvSpPr/>
          <p:nvPr/>
        </p:nvSpPr>
        <p:spPr>
          <a:xfrm>
            <a:off x="853128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44"/>
          <p:cNvSpPr/>
          <p:nvPr/>
        </p:nvSpPr>
        <p:spPr>
          <a:xfrm>
            <a:off x="10451520" y="2487240"/>
            <a:ext cx="1230840" cy="91080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56"/>
          <p:cNvSpPr/>
          <p:nvPr/>
        </p:nvSpPr>
        <p:spPr>
          <a:xfrm>
            <a:off x="10524600" y="2633400"/>
            <a:ext cx="108468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57"/>
          <p:cNvSpPr/>
          <p:nvPr/>
        </p:nvSpPr>
        <p:spPr>
          <a:xfrm>
            <a:off x="822960" y="4617720"/>
            <a:ext cx="10603440" cy="11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45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46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5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6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47"/>
          <p:cNvSpPr/>
          <p:nvPr/>
        </p:nvSpPr>
        <p:spPr>
          <a:xfrm>
            <a:off x="6400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61"/>
          <p:cNvSpPr/>
          <p:nvPr/>
        </p:nvSpPr>
        <p:spPr>
          <a:xfrm>
            <a:off x="9144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62"/>
          <p:cNvSpPr/>
          <p:nvPr/>
        </p:nvSpPr>
        <p:spPr>
          <a:xfrm>
            <a:off x="9144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8"/>
          <p:cNvSpPr/>
          <p:nvPr/>
        </p:nvSpPr>
        <p:spPr>
          <a:xfrm>
            <a:off x="45262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63"/>
          <p:cNvSpPr/>
          <p:nvPr/>
        </p:nvSpPr>
        <p:spPr>
          <a:xfrm>
            <a:off x="48006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4"/>
          <p:cNvSpPr/>
          <p:nvPr/>
        </p:nvSpPr>
        <p:spPr>
          <a:xfrm>
            <a:off x="48006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49"/>
          <p:cNvSpPr/>
          <p:nvPr/>
        </p:nvSpPr>
        <p:spPr>
          <a:xfrm>
            <a:off x="8412480" y="1508760"/>
            <a:ext cx="3151080" cy="388260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65"/>
          <p:cNvSpPr/>
          <p:nvPr/>
        </p:nvSpPr>
        <p:spPr>
          <a:xfrm>
            <a:off x="8686800" y="1783080"/>
            <a:ext cx="25567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66"/>
          <p:cNvSpPr/>
          <p:nvPr/>
        </p:nvSpPr>
        <p:spPr>
          <a:xfrm>
            <a:off x="8686800" y="2423160"/>
            <a:ext cx="2556720" cy="22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5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67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68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69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52"/>
          <p:cNvSpPr/>
          <p:nvPr/>
        </p:nvSpPr>
        <p:spPr>
          <a:xfrm>
            <a:off x="685800" y="1600200"/>
            <a:ext cx="5574240" cy="237384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0"/>
          <p:cNvSpPr/>
          <p:nvPr/>
        </p:nvSpPr>
        <p:spPr>
          <a:xfrm>
            <a:off x="822960" y="1719000"/>
            <a:ext cx="5299920" cy="219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Shape 53"/>
          <p:cNvSpPr/>
          <p:nvPr/>
        </p:nvSpPr>
        <p:spPr>
          <a:xfrm>
            <a:off x="6720840" y="1600200"/>
            <a:ext cx="4705560" cy="237384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71"/>
          <p:cNvSpPr/>
          <p:nvPr/>
        </p:nvSpPr>
        <p:spPr>
          <a:xfrm>
            <a:off x="7040880" y="1828800"/>
            <a:ext cx="4111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72"/>
          <p:cNvSpPr/>
          <p:nvPr/>
        </p:nvSpPr>
        <p:spPr>
          <a:xfrm>
            <a:off x="7040880" y="2423160"/>
            <a:ext cx="4019760" cy="123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54"/>
          <p:cNvSpPr/>
          <p:nvPr/>
        </p:nvSpPr>
        <p:spPr>
          <a:xfrm>
            <a:off x="7040880" y="4069080"/>
            <a:ext cx="14594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73"/>
          <p:cNvSpPr/>
          <p:nvPr/>
        </p:nvSpPr>
        <p:spPr>
          <a:xfrm>
            <a:off x="7113960" y="4142160"/>
            <a:ext cx="13132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55"/>
          <p:cNvSpPr/>
          <p:nvPr/>
        </p:nvSpPr>
        <p:spPr>
          <a:xfrm>
            <a:off x="8641080" y="406908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74"/>
          <p:cNvSpPr/>
          <p:nvPr/>
        </p:nvSpPr>
        <p:spPr>
          <a:xfrm>
            <a:off x="8714160" y="414216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56"/>
          <p:cNvSpPr/>
          <p:nvPr/>
        </p:nvSpPr>
        <p:spPr>
          <a:xfrm>
            <a:off x="10195560" y="4069080"/>
            <a:ext cx="104796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75"/>
          <p:cNvSpPr/>
          <p:nvPr/>
        </p:nvSpPr>
        <p:spPr>
          <a:xfrm>
            <a:off x="10268640" y="4142160"/>
            <a:ext cx="90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57"/>
          <p:cNvSpPr/>
          <p:nvPr/>
        </p:nvSpPr>
        <p:spPr>
          <a:xfrm>
            <a:off x="685800" y="4892040"/>
            <a:ext cx="5574240" cy="59076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76"/>
          <p:cNvSpPr/>
          <p:nvPr/>
        </p:nvSpPr>
        <p:spPr>
          <a:xfrm>
            <a:off x="822960" y="5010840"/>
            <a:ext cx="52999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77"/>
          <p:cNvSpPr/>
          <p:nvPr/>
        </p:nvSpPr>
        <p:spPr>
          <a:xfrm>
            <a:off x="6720840" y="4974480"/>
            <a:ext cx="47512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8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59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78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79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80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60"/>
          <p:cNvSpPr/>
          <p:nvPr/>
        </p:nvSpPr>
        <p:spPr>
          <a:xfrm>
            <a:off x="685800" y="1417320"/>
            <a:ext cx="612288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81"/>
          <p:cNvSpPr/>
          <p:nvPr/>
        </p:nvSpPr>
        <p:spPr>
          <a:xfrm>
            <a:off x="822960" y="1536120"/>
            <a:ext cx="584856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Shape 61"/>
          <p:cNvSpPr/>
          <p:nvPr/>
        </p:nvSpPr>
        <p:spPr>
          <a:xfrm>
            <a:off x="7315200" y="1600200"/>
            <a:ext cx="4294080" cy="356256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82"/>
          <p:cNvSpPr/>
          <p:nvPr/>
        </p:nvSpPr>
        <p:spPr>
          <a:xfrm>
            <a:off x="7589520" y="1874520"/>
            <a:ext cx="37454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62"/>
          <p:cNvSpPr/>
          <p:nvPr/>
        </p:nvSpPr>
        <p:spPr>
          <a:xfrm>
            <a:off x="7589520" y="2514600"/>
            <a:ext cx="3471120" cy="100224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83"/>
          <p:cNvSpPr/>
          <p:nvPr/>
        </p:nvSpPr>
        <p:spPr>
          <a:xfrm>
            <a:off x="7726680" y="2633400"/>
            <a:ext cx="31968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84"/>
          <p:cNvSpPr/>
          <p:nvPr/>
        </p:nvSpPr>
        <p:spPr>
          <a:xfrm>
            <a:off x="7589520" y="393192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63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4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85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86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87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5"/>
          <p:cNvSpPr/>
          <p:nvPr/>
        </p:nvSpPr>
        <p:spPr>
          <a:xfrm>
            <a:off x="685800" y="1600200"/>
            <a:ext cx="10832040" cy="278532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88"/>
          <p:cNvSpPr/>
          <p:nvPr/>
        </p:nvSpPr>
        <p:spPr>
          <a:xfrm>
            <a:off x="822960" y="1719000"/>
            <a:ext cx="10557720" cy="260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66"/>
          <p:cNvSpPr/>
          <p:nvPr/>
        </p:nvSpPr>
        <p:spPr>
          <a:xfrm>
            <a:off x="685800" y="4892040"/>
            <a:ext cx="10832040" cy="77364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89"/>
          <p:cNvSpPr/>
          <p:nvPr/>
        </p:nvSpPr>
        <p:spPr>
          <a:xfrm>
            <a:off x="960120" y="5102280"/>
            <a:ext cx="102376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67"/>
          <p:cNvSpPr/>
          <p:nvPr/>
        </p:nvSpPr>
        <p:spPr>
          <a:xfrm>
            <a:off x="-74160" y="114480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68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9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9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9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</a:t>
            </a: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69"/>
          <p:cNvSpPr/>
          <p:nvPr/>
        </p:nvSpPr>
        <p:spPr>
          <a:xfrm>
            <a:off x="685800" y="1508760"/>
            <a:ext cx="5482800" cy="260424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93"/>
          <p:cNvSpPr/>
          <p:nvPr/>
        </p:nvSpPr>
        <p:spPr>
          <a:xfrm>
            <a:off x="822960" y="1627560"/>
            <a:ext cx="5208480" cy="22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70"/>
          <p:cNvSpPr/>
          <p:nvPr/>
        </p:nvSpPr>
        <p:spPr>
          <a:xfrm>
            <a:off x="6583680" y="1508760"/>
            <a:ext cx="507204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94"/>
          <p:cNvSpPr/>
          <p:nvPr/>
        </p:nvSpPr>
        <p:spPr>
          <a:xfrm>
            <a:off x="6720840" y="1627560"/>
            <a:ext cx="493488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71"/>
          <p:cNvSpPr/>
          <p:nvPr/>
        </p:nvSpPr>
        <p:spPr>
          <a:xfrm>
            <a:off x="109728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95"/>
          <p:cNvSpPr/>
          <p:nvPr/>
        </p:nvSpPr>
        <p:spPr>
          <a:xfrm>
            <a:off x="117036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3"/>
          <p:cNvSpPr/>
          <p:nvPr/>
        </p:nvSpPr>
        <p:spPr>
          <a:xfrm>
            <a:off x="35204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96"/>
          <p:cNvSpPr/>
          <p:nvPr/>
        </p:nvSpPr>
        <p:spPr>
          <a:xfrm>
            <a:off x="35935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75"/>
          <p:cNvSpPr/>
          <p:nvPr/>
        </p:nvSpPr>
        <p:spPr>
          <a:xfrm>
            <a:off x="59252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97"/>
          <p:cNvSpPr/>
          <p:nvPr/>
        </p:nvSpPr>
        <p:spPr>
          <a:xfrm>
            <a:off x="59983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77"/>
          <p:cNvSpPr/>
          <p:nvPr/>
        </p:nvSpPr>
        <p:spPr>
          <a:xfrm>
            <a:off x="8321040" y="4434840"/>
            <a:ext cx="1185120" cy="68220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98"/>
          <p:cNvSpPr/>
          <p:nvPr/>
        </p:nvSpPr>
        <p:spPr>
          <a:xfrm>
            <a:off x="8394120" y="4581000"/>
            <a:ext cx="10389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79"/>
          <p:cNvSpPr/>
          <p:nvPr/>
        </p:nvSpPr>
        <p:spPr>
          <a:xfrm>
            <a:off x="10744200" y="4434840"/>
            <a:ext cx="1139400" cy="68220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99"/>
          <p:cNvSpPr/>
          <p:nvPr/>
        </p:nvSpPr>
        <p:spPr>
          <a:xfrm>
            <a:off x="10817280" y="4581000"/>
            <a:ext cx="993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80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81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0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01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02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82"/>
          <p:cNvSpPr/>
          <p:nvPr/>
        </p:nvSpPr>
        <p:spPr>
          <a:xfrm>
            <a:off x="685800" y="1417320"/>
            <a:ext cx="5802840" cy="415692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03"/>
          <p:cNvSpPr/>
          <p:nvPr/>
        </p:nvSpPr>
        <p:spPr>
          <a:xfrm>
            <a:off x="822960" y="1536120"/>
            <a:ext cx="5528520" cy="39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83"/>
          <p:cNvSpPr/>
          <p:nvPr/>
        </p:nvSpPr>
        <p:spPr>
          <a:xfrm>
            <a:off x="6949440" y="1645920"/>
            <a:ext cx="4476960" cy="328824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04"/>
          <p:cNvSpPr/>
          <p:nvPr/>
        </p:nvSpPr>
        <p:spPr>
          <a:xfrm>
            <a:off x="7223760" y="1920240"/>
            <a:ext cx="39283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05"/>
          <p:cNvSpPr/>
          <p:nvPr/>
        </p:nvSpPr>
        <p:spPr>
          <a:xfrm>
            <a:off x="7223760" y="2560320"/>
            <a:ext cx="379116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8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8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0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10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0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86"/>
          <p:cNvSpPr/>
          <p:nvPr/>
        </p:nvSpPr>
        <p:spPr>
          <a:xfrm>
            <a:off x="685800" y="1508760"/>
            <a:ext cx="5299920" cy="182520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09"/>
          <p:cNvSpPr/>
          <p:nvPr/>
        </p:nvSpPr>
        <p:spPr>
          <a:xfrm>
            <a:off x="822960" y="1627560"/>
            <a:ext cx="5025600" cy="16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87"/>
          <p:cNvSpPr/>
          <p:nvPr/>
        </p:nvSpPr>
        <p:spPr>
          <a:xfrm>
            <a:off x="6446520" y="1508760"/>
            <a:ext cx="5071320" cy="182520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10"/>
          <p:cNvSpPr/>
          <p:nvPr/>
        </p:nvSpPr>
        <p:spPr>
          <a:xfrm>
            <a:off x="6720840" y="1783080"/>
            <a:ext cx="4385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88"/>
          <p:cNvSpPr/>
          <p:nvPr/>
        </p:nvSpPr>
        <p:spPr>
          <a:xfrm>
            <a:off x="6720840" y="2331720"/>
            <a:ext cx="4339800" cy="77364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11"/>
          <p:cNvSpPr/>
          <p:nvPr/>
        </p:nvSpPr>
        <p:spPr>
          <a:xfrm>
            <a:off x="6858000" y="2450520"/>
            <a:ext cx="40654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12"/>
          <p:cNvSpPr/>
          <p:nvPr/>
        </p:nvSpPr>
        <p:spPr>
          <a:xfrm>
            <a:off x="685800" y="3794760"/>
            <a:ext cx="2099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89"/>
          <p:cNvSpPr/>
          <p:nvPr/>
        </p:nvSpPr>
        <p:spPr>
          <a:xfrm>
            <a:off x="297180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13"/>
          <p:cNvSpPr/>
          <p:nvPr/>
        </p:nvSpPr>
        <p:spPr>
          <a:xfrm>
            <a:off x="304488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91"/>
          <p:cNvSpPr/>
          <p:nvPr/>
        </p:nvSpPr>
        <p:spPr>
          <a:xfrm>
            <a:off x="598932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114"/>
          <p:cNvSpPr/>
          <p:nvPr/>
        </p:nvSpPr>
        <p:spPr>
          <a:xfrm>
            <a:off x="606240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93"/>
          <p:cNvSpPr/>
          <p:nvPr/>
        </p:nvSpPr>
        <p:spPr>
          <a:xfrm>
            <a:off x="9235440" y="4069080"/>
            <a:ext cx="2008080" cy="70956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15"/>
          <p:cNvSpPr/>
          <p:nvPr/>
        </p:nvSpPr>
        <p:spPr>
          <a:xfrm>
            <a:off x="9308520" y="4215240"/>
            <a:ext cx="186192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94"/>
          <p:cNvSpPr/>
          <p:nvPr/>
        </p:nvSpPr>
        <p:spPr>
          <a:xfrm>
            <a:off x="0" y="0"/>
            <a:ext cx="12188160" cy="685440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95"/>
          <p:cNvSpPr/>
          <p:nvPr/>
        </p:nvSpPr>
        <p:spPr>
          <a:xfrm>
            <a:off x="0" y="0"/>
            <a:ext cx="12188160" cy="10620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16"/>
          <p:cNvSpPr/>
          <p:nvPr/>
        </p:nvSpPr>
        <p:spPr>
          <a:xfrm>
            <a:off x="502920" y="6355080"/>
            <a:ext cx="22824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17"/>
          <p:cNvSpPr/>
          <p:nvPr/>
        </p:nvSpPr>
        <p:spPr>
          <a:xfrm>
            <a:off x="502920" y="411480"/>
            <a:ext cx="110606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118"/>
          <p:cNvSpPr/>
          <p:nvPr/>
        </p:nvSpPr>
        <p:spPr>
          <a:xfrm>
            <a:off x="530280" y="987480"/>
            <a:ext cx="10877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96"/>
          <p:cNvSpPr/>
          <p:nvPr/>
        </p:nvSpPr>
        <p:spPr>
          <a:xfrm>
            <a:off x="685800" y="1463040"/>
            <a:ext cx="10969200" cy="424836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19"/>
          <p:cNvSpPr/>
          <p:nvPr/>
        </p:nvSpPr>
        <p:spPr>
          <a:xfrm>
            <a:off x="1005840" y="1783080"/>
            <a:ext cx="2739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20"/>
          <p:cNvSpPr/>
          <p:nvPr/>
        </p:nvSpPr>
        <p:spPr>
          <a:xfrm>
            <a:off x="1005840" y="2331720"/>
            <a:ext cx="10237680" cy="24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97"/>
          <p:cNvSpPr/>
          <p:nvPr/>
        </p:nvSpPr>
        <p:spPr>
          <a:xfrm>
            <a:off x="1005840" y="5074920"/>
            <a:ext cx="819360" cy="32544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21"/>
          <p:cNvSpPr/>
          <p:nvPr/>
        </p:nvSpPr>
        <p:spPr>
          <a:xfrm>
            <a:off x="1078920" y="5148000"/>
            <a:ext cx="673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98"/>
          <p:cNvSpPr/>
          <p:nvPr/>
        </p:nvSpPr>
        <p:spPr>
          <a:xfrm>
            <a:off x="1965960" y="5074920"/>
            <a:ext cx="773640" cy="32544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2"/>
          <p:cNvSpPr/>
          <p:nvPr/>
        </p:nvSpPr>
        <p:spPr>
          <a:xfrm>
            <a:off x="2039040" y="5148000"/>
            <a:ext cx="627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99"/>
          <p:cNvSpPr/>
          <p:nvPr/>
        </p:nvSpPr>
        <p:spPr>
          <a:xfrm>
            <a:off x="2880360" y="5074920"/>
            <a:ext cx="727920" cy="32544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23"/>
          <p:cNvSpPr/>
          <p:nvPr/>
        </p:nvSpPr>
        <p:spPr>
          <a:xfrm>
            <a:off x="2953440" y="5148000"/>
            <a:ext cx="58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0"/>
          <p:cNvSpPr/>
          <p:nvPr/>
        </p:nvSpPr>
        <p:spPr>
          <a:xfrm>
            <a:off x="3749040" y="5074920"/>
            <a:ext cx="910800" cy="32544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24"/>
          <p:cNvSpPr/>
          <p:nvPr/>
        </p:nvSpPr>
        <p:spPr>
          <a:xfrm>
            <a:off x="3822120" y="5148000"/>
            <a:ext cx="764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01"/>
          <p:cNvSpPr/>
          <p:nvPr/>
        </p:nvSpPr>
        <p:spPr>
          <a:xfrm>
            <a:off x="4800600" y="5074920"/>
            <a:ext cx="1413720" cy="32544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25"/>
          <p:cNvSpPr/>
          <p:nvPr/>
        </p:nvSpPr>
        <p:spPr>
          <a:xfrm>
            <a:off x="4873680" y="5148000"/>
            <a:ext cx="1267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for=condition=complete job/db-migration --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229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278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279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280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230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81"/>
          <p:cNvSpPr/>
          <p:nvPr/>
        </p:nvSpPr>
        <p:spPr>
          <a:xfrm>
            <a:off x="850320" y="1527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0563C1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9" name="Rectangle 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1"/>
          <p:cNvSpPr/>
          <p:nvPr/>
        </p:nvSpPr>
        <p:spPr>
          <a:xfrm>
            <a:off x="571320" y="342720"/>
            <a:ext cx="488376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Box 6"/>
          <p:cNvSpPr/>
          <p:nvPr/>
        </p:nvSpPr>
        <p:spPr>
          <a:xfrm>
            <a:off x="761760" y="1447560"/>
            <a:ext cx="10667160" cy="18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"/>
          <p:cNvSpPr/>
          <p:nvPr/>
        </p:nvSpPr>
        <p:spPr>
          <a:xfrm>
            <a:off x="5486400" y="3429000"/>
            <a:ext cx="6171120" cy="1370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2"/>
          <p:cNvSpPr/>
          <p:nvPr/>
        </p:nvSpPr>
        <p:spPr>
          <a:xfrm>
            <a:off x="3276360" y="5105160"/>
            <a:ext cx="5637600" cy="41760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4"/>
          <p:cNvSpPr/>
          <p:nvPr/>
        </p:nvSpPr>
        <p:spPr>
          <a:xfrm>
            <a:off x="685800" y="1417320"/>
            <a:ext cx="10877040" cy="22392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Box 7"/>
          <p:cNvSpPr/>
          <p:nvPr/>
        </p:nvSpPr>
        <p:spPr>
          <a:xfrm>
            <a:off x="685800" y="3886200"/>
            <a:ext cx="10285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Rounded Rectangle 8"/>
          <p:cNvSpPr/>
          <p:nvPr/>
        </p:nvSpPr>
        <p:spPr>
          <a:xfrm>
            <a:off x="5943600" y="5623920"/>
            <a:ext cx="475344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3" name="TextBox 9"/>
          <p:cNvSpPr/>
          <p:nvPr/>
        </p:nvSpPr>
        <p:spPr>
          <a:xfrm>
            <a:off x="6172200" y="5715360"/>
            <a:ext cx="41324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Rectangle 10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5" name="Rectangle 11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6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ounded Rectangle 9"/>
          <p:cNvSpPr/>
          <p:nvPr/>
        </p:nvSpPr>
        <p:spPr>
          <a:xfrm>
            <a:off x="457200" y="1333080"/>
            <a:ext cx="6856920" cy="327528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9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ounded Rectangle 11"/>
          <p:cNvSpPr/>
          <p:nvPr/>
        </p:nvSpPr>
        <p:spPr>
          <a:xfrm>
            <a:off x="3200400" y="4572000"/>
            <a:ext cx="7999920" cy="9133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Box 27"/>
          <p:cNvSpPr/>
          <p:nvPr/>
        </p:nvSpPr>
        <p:spPr>
          <a:xfrm>
            <a:off x="3200400" y="4680720"/>
            <a:ext cx="689184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ounded Rectangle 12"/>
          <p:cNvSpPr/>
          <p:nvPr/>
        </p:nvSpPr>
        <p:spPr>
          <a:xfrm>
            <a:off x="685800" y="5677200"/>
            <a:ext cx="10971720" cy="49392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4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Rectangle 4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Rectangle 5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ounded Rectangle 3"/>
          <p:cNvSpPr/>
          <p:nvPr/>
        </p:nvSpPr>
        <p:spPr>
          <a:xfrm>
            <a:off x="730080" y="1828800"/>
            <a:ext cx="10698840" cy="27421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0" name="TextBox 12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13"/>
          <p:cNvSpPr/>
          <p:nvPr/>
        </p:nvSpPr>
        <p:spPr>
          <a:xfrm>
            <a:off x="1600200" y="4822200"/>
            <a:ext cx="7999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Box 3"/>
          <p:cNvSpPr/>
          <p:nvPr/>
        </p:nvSpPr>
        <p:spPr>
          <a:xfrm>
            <a:off x="731880" y="4114800"/>
            <a:ext cx="93254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Rounded Rectangle 4"/>
          <p:cNvSpPr/>
          <p:nvPr/>
        </p:nvSpPr>
        <p:spPr>
          <a:xfrm>
            <a:off x="6629400" y="5623920"/>
            <a:ext cx="4387680" cy="54720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8" name=""/>
          <p:cNvSpPr/>
          <p:nvPr/>
        </p:nvSpPr>
        <p:spPr>
          <a:xfrm>
            <a:off x="7086600" y="5715000"/>
            <a:ext cx="3391920" cy="38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6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Rectangle 7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1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Rounded Rectangle 6"/>
          <p:cNvSpPr/>
          <p:nvPr/>
        </p:nvSpPr>
        <p:spPr>
          <a:xfrm>
            <a:off x="685800" y="16002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Box 16"/>
          <p:cNvSpPr/>
          <p:nvPr/>
        </p:nvSpPr>
        <p:spPr>
          <a:xfrm>
            <a:off x="914400" y="18284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Box 17"/>
          <p:cNvSpPr/>
          <p:nvPr/>
        </p:nvSpPr>
        <p:spPr>
          <a:xfrm>
            <a:off x="838440" y="4343400"/>
            <a:ext cx="899028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Shape 4"/>
          <p:cNvSpPr/>
          <p:nvPr/>
        </p:nvSpPr>
        <p:spPr>
          <a:xfrm>
            <a:off x="685800" y="1417320"/>
            <a:ext cx="10877040" cy="269640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Box 4"/>
          <p:cNvSpPr/>
          <p:nvPr/>
        </p:nvSpPr>
        <p:spPr>
          <a:xfrm>
            <a:off x="731880" y="4343400"/>
            <a:ext cx="955404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Rounded Rectangle 5"/>
          <p:cNvSpPr/>
          <p:nvPr/>
        </p:nvSpPr>
        <p:spPr>
          <a:xfrm>
            <a:off x="7909920" y="5715000"/>
            <a:ext cx="32904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TextBox 18"/>
          <p:cNvSpPr/>
          <p:nvPr/>
        </p:nvSpPr>
        <p:spPr>
          <a:xfrm>
            <a:off x="8461080" y="5822280"/>
            <a:ext cx="21146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Rectangle 8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4" name="Rectangle 9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Rounded Rectangle 7"/>
          <p:cNvSpPr/>
          <p:nvPr/>
        </p:nvSpPr>
        <p:spPr>
          <a:xfrm>
            <a:off x="762120" y="1828800"/>
            <a:ext cx="10666800" cy="25135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8" name="TextBox 21"/>
          <p:cNvSpPr/>
          <p:nvPr/>
        </p:nvSpPr>
        <p:spPr>
          <a:xfrm>
            <a:off x="914400" y="2057040"/>
            <a:ext cx="10184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Box 22"/>
          <p:cNvSpPr/>
          <p:nvPr/>
        </p:nvSpPr>
        <p:spPr>
          <a:xfrm>
            <a:off x="914400" y="4593600"/>
            <a:ext cx="91429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Rectangle 12"/>
          <p:cNvSpPr/>
          <p:nvPr/>
        </p:nvSpPr>
        <p:spPr>
          <a:xfrm>
            <a:off x="0" y="0"/>
            <a:ext cx="12191040" cy="685656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4" name="Rectangle 13"/>
          <p:cNvSpPr/>
          <p:nvPr/>
        </p:nvSpPr>
        <p:spPr>
          <a:xfrm>
            <a:off x="0" y="0"/>
            <a:ext cx="12191040" cy="5976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5" name="TextBox 30"/>
          <p:cNvSpPr/>
          <p:nvPr/>
        </p:nvSpPr>
        <p:spPr>
          <a:xfrm>
            <a:off x="571320" y="342720"/>
            <a:ext cx="32439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ounded Rectangle 10"/>
          <p:cNvSpPr/>
          <p:nvPr/>
        </p:nvSpPr>
        <p:spPr>
          <a:xfrm>
            <a:off x="6782040" y="3475080"/>
            <a:ext cx="4875480" cy="201024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ounded Rectangle 13"/>
          <p:cNvSpPr/>
          <p:nvPr/>
        </p:nvSpPr>
        <p:spPr>
          <a:xfrm>
            <a:off x="2171160" y="5715000"/>
            <a:ext cx="7314120" cy="49392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1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29"/>
          <p:cNvSpPr/>
          <p:nvPr/>
        </p:nvSpPr>
        <p:spPr>
          <a:xfrm>
            <a:off x="6657480" y="2820240"/>
            <a:ext cx="4772520" cy="175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Shape 231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282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283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 – cleanup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84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232"/>
          <p:cNvSpPr/>
          <p:nvPr/>
        </p:nvSpPr>
        <p:spPr>
          <a:xfrm>
            <a:off x="685800" y="1371600"/>
            <a:ext cx="10877040" cy="4796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85"/>
          <p:cNvSpPr/>
          <p:nvPr/>
        </p:nvSpPr>
        <p:spPr>
          <a:xfrm>
            <a:off x="850320" y="1563480"/>
            <a:ext cx="10557000" cy="46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db-migration-repair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apply -n k8s-workshop -f modules/module-06-postgresql-and-database-migrations/03-repair-migration-job.yaml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wait --for=condition=complete job/db-migration-repair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logs job/db-migration-repair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-n k8s-workshop exec statefulset/postgres --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psql -U workshop -d workshop -c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"SELECT table_schema, table_name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FROM information_schema.tables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   WHERE table_schema = 'workshop_training';"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volume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5"/>
          <p:cNvSpPr/>
          <p:nvPr/>
        </p:nvSpPr>
        <p:spPr>
          <a:xfrm>
            <a:off x="814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Create a Pod with emptyDir 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Observe files being written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Delete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flask-app-emptydir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Recreate the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k8s/storage/01-emptydir-app.yaml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Inspect the directory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-la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k8s/storage/02-pvc-rwo.yaml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-l app=flask-app-pvc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deployment/flask-app-pvc –timeout=120s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deployment/flask-app-pvc 8082:8080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Rounded Rectangle 18"/>
          <p:cNvSpPr/>
          <p:nvPr/>
        </p:nvSpPr>
        <p:spPr>
          <a:xfrm>
            <a:off x="7749720" y="25632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8001000" y="2681640"/>
            <a:ext cx="3200400" cy="290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Rounded Rectangle 19"/>
          <p:cNvSpPr/>
          <p:nvPr/>
        </p:nvSpPr>
        <p:spPr>
          <a:xfrm>
            <a:off x="7749720" y="4800600"/>
            <a:ext cx="3657600" cy="5472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8001000" y="4890600"/>
            <a:ext cx="320040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curl http://localhost:8082/file-log</a:t>
            </a:r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 volume-reader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-la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modules/module-08-distroless-and-no-shell-troubleshooting/01-distroless-deployment.yaml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deployment/flask-app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Expected - exec: "sh": executable file not found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Shape 233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286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287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Distroless - debugging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288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23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289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deployment/flask-app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but we can do this as well: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POD=$(kubectl -n k8s-workshop get pod -l app=flask-app  -o jsonpath='{.items[0].metadata.name}')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pod/${POD} --image=busybox:1.36 --target=flask-app –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cleanup after the lab: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0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2"/>
          <p:cNvSpPr/>
          <p:nvPr/>
        </p:nvSpPr>
        <p:spPr>
          <a:xfrm>
            <a:off x="658440" y="2148840"/>
            <a:ext cx="1060272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3"/>
          <p:cNvSpPr/>
          <p:nvPr/>
        </p:nvSpPr>
        <p:spPr>
          <a:xfrm>
            <a:off x="676800" y="2953440"/>
            <a:ext cx="9596880" cy="3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Shape 4"/>
          <p:cNvSpPr/>
          <p:nvPr/>
        </p:nvSpPr>
        <p:spPr>
          <a:xfrm>
            <a:off x="685800" y="1325880"/>
            <a:ext cx="10831320" cy="47124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5"/>
          <p:cNvSpPr/>
          <p:nvPr/>
        </p:nvSpPr>
        <p:spPr>
          <a:xfrm>
            <a:off x="758880" y="14720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6"/>
          <p:cNvSpPr/>
          <p:nvPr/>
        </p:nvSpPr>
        <p:spPr>
          <a:xfrm>
            <a:off x="286200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7"/>
          <p:cNvSpPr/>
          <p:nvPr/>
        </p:nvSpPr>
        <p:spPr>
          <a:xfrm>
            <a:off x="5239440" y="14720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8"/>
          <p:cNvSpPr/>
          <p:nvPr/>
        </p:nvSpPr>
        <p:spPr>
          <a:xfrm>
            <a:off x="7616880" y="14720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Shape 9"/>
          <p:cNvSpPr/>
          <p:nvPr/>
        </p:nvSpPr>
        <p:spPr>
          <a:xfrm>
            <a:off x="685800" y="185616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10"/>
          <p:cNvSpPr/>
          <p:nvPr/>
        </p:nvSpPr>
        <p:spPr>
          <a:xfrm>
            <a:off x="758880" y="200268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11"/>
          <p:cNvSpPr/>
          <p:nvPr/>
        </p:nvSpPr>
        <p:spPr>
          <a:xfrm>
            <a:off x="286200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12"/>
          <p:cNvSpPr/>
          <p:nvPr/>
        </p:nvSpPr>
        <p:spPr>
          <a:xfrm>
            <a:off x="5239440" y="200268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13"/>
          <p:cNvSpPr/>
          <p:nvPr/>
        </p:nvSpPr>
        <p:spPr>
          <a:xfrm>
            <a:off x="7616880" y="200268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14"/>
          <p:cNvSpPr/>
          <p:nvPr/>
        </p:nvSpPr>
        <p:spPr>
          <a:xfrm>
            <a:off x="685800" y="238644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15"/>
          <p:cNvSpPr/>
          <p:nvPr/>
        </p:nvSpPr>
        <p:spPr>
          <a:xfrm>
            <a:off x="758880" y="253296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16"/>
          <p:cNvSpPr/>
          <p:nvPr/>
        </p:nvSpPr>
        <p:spPr>
          <a:xfrm>
            <a:off x="286200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17"/>
          <p:cNvSpPr/>
          <p:nvPr/>
        </p:nvSpPr>
        <p:spPr>
          <a:xfrm>
            <a:off x="5239440" y="253296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18"/>
          <p:cNvSpPr/>
          <p:nvPr/>
        </p:nvSpPr>
        <p:spPr>
          <a:xfrm>
            <a:off x="7616880" y="253296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19"/>
          <p:cNvSpPr/>
          <p:nvPr/>
        </p:nvSpPr>
        <p:spPr>
          <a:xfrm>
            <a:off x="685800" y="291708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 20"/>
          <p:cNvSpPr/>
          <p:nvPr/>
        </p:nvSpPr>
        <p:spPr>
          <a:xfrm>
            <a:off x="758880" y="30632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21"/>
          <p:cNvSpPr/>
          <p:nvPr/>
        </p:nvSpPr>
        <p:spPr>
          <a:xfrm>
            <a:off x="286200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22"/>
          <p:cNvSpPr/>
          <p:nvPr/>
        </p:nvSpPr>
        <p:spPr>
          <a:xfrm>
            <a:off x="5239440" y="30632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23"/>
          <p:cNvSpPr/>
          <p:nvPr/>
        </p:nvSpPr>
        <p:spPr>
          <a:xfrm>
            <a:off x="7616880" y="30632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24"/>
          <p:cNvSpPr/>
          <p:nvPr/>
        </p:nvSpPr>
        <p:spPr>
          <a:xfrm>
            <a:off x="685800" y="344736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25"/>
          <p:cNvSpPr/>
          <p:nvPr/>
        </p:nvSpPr>
        <p:spPr>
          <a:xfrm>
            <a:off x="758880" y="35935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26"/>
          <p:cNvSpPr/>
          <p:nvPr/>
        </p:nvSpPr>
        <p:spPr>
          <a:xfrm>
            <a:off x="286200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27"/>
          <p:cNvSpPr/>
          <p:nvPr/>
        </p:nvSpPr>
        <p:spPr>
          <a:xfrm>
            <a:off x="5239440" y="35935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Text 28"/>
          <p:cNvSpPr/>
          <p:nvPr/>
        </p:nvSpPr>
        <p:spPr>
          <a:xfrm>
            <a:off x="7616880" y="35935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Shape 29"/>
          <p:cNvSpPr/>
          <p:nvPr/>
        </p:nvSpPr>
        <p:spPr>
          <a:xfrm>
            <a:off x="685800" y="397764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30"/>
          <p:cNvSpPr/>
          <p:nvPr/>
        </p:nvSpPr>
        <p:spPr>
          <a:xfrm>
            <a:off x="758880" y="412380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31"/>
          <p:cNvSpPr/>
          <p:nvPr/>
        </p:nvSpPr>
        <p:spPr>
          <a:xfrm>
            <a:off x="286200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Text 32"/>
          <p:cNvSpPr/>
          <p:nvPr/>
        </p:nvSpPr>
        <p:spPr>
          <a:xfrm>
            <a:off x="5239440" y="412380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33"/>
          <p:cNvSpPr/>
          <p:nvPr/>
        </p:nvSpPr>
        <p:spPr>
          <a:xfrm>
            <a:off x="7616880" y="412380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Shape 34"/>
          <p:cNvSpPr/>
          <p:nvPr/>
        </p:nvSpPr>
        <p:spPr>
          <a:xfrm>
            <a:off x="685800" y="4507920"/>
            <a:ext cx="10831320" cy="47124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35"/>
          <p:cNvSpPr/>
          <p:nvPr/>
        </p:nvSpPr>
        <p:spPr>
          <a:xfrm>
            <a:off x="758880" y="465444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36"/>
          <p:cNvSpPr/>
          <p:nvPr/>
        </p:nvSpPr>
        <p:spPr>
          <a:xfrm>
            <a:off x="286200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37"/>
          <p:cNvSpPr/>
          <p:nvPr/>
        </p:nvSpPr>
        <p:spPr>
          <a:xfrm>
            <a:off x="5239440" y="465444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38"/>
          <p:cNvSpPr/>
          <p:nvPr/>
        </p:nvSpPr>
        <p:spPr>
          <a:xfrm>
            <a:off x="7616880" y="465444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39"/>
          <p:cNvSpPr/>
          <p:nvPr/>
        </p:nvSpPr>
        <p:spPr>
          <a:xfrm>
            <a:off x="685800" y="5038200"/>
            <a:ext cx="10831320" cy="47124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Text 40"/>
          <p:cNvSpPr/>
          <p:nvPr/>
        </p:nvSpPr>
        <p:spPr>
          <a:xfrm>
            <a:off x="758880" y="5184720"/>
            <a:ext cx="19616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41"/>
          <p:cNvSpPr/>
          <p:nvPr/>
        </p:nvSpPr>
        <p:spPr>
          <a:xfrm>
            <a:off x="286200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42"/>
          <p:cNvSpPr/>
          <p:nvPr/>
        </p:nvSpPr>
        <p:spPr>
          <a:xfrm>
            <a:off x="5239440" y="5184720"/>
            <a:ext cx="223596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43"/>
          <p:cNvSpPr/>
          <p:nvPr/>
        </p:nvSpPr>
        <p:spPr>
          <a:xfrm>
            <a:off x="7616880" y="5184720"/>
            <a:ext cx="333324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4"/>
          <p:cNvSpPr/>
          <p:nvPr/>
        </p:nvSpPr>
        <p:spPr>
          <a:xfrm>
            <a:off x="685800" y="1417320"/>
            <a:ext cx="10877040" cy="45676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5"/>
          <p:cNvSpPr/>
          <p:nvPr/>
        </p:nvSpPr>
        <p:spPr>
          <a:xfrm>
            <a:off x="850320" y="1563480"/>
            <a:ext cx="10557000" cy="427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4"/>
          <p:cNvSpPr/>
          <p:nvPr/>
        </p:nvSpPr>
        <p:spPr>
          <a:xfrm>
            <a:off x="731520" y="13258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Text 5"/>
          <p:cNvSpPr/>
          <p:nvPr/>
        </p:nvSpPr>
        <p:spPr>
          <a:xfrm>
            <a:off x="804600" y="147204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Text 6"/>
          <p:cNvSpPr/>
          <p:nvPr/>
        </p:nvSpPr>
        <p:spPr>
          <a:xfrm>
            <a:off x="2011680" y="139896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Text 7"/>
          <p:cNvSpPr/>
          <p:nvPr/>
        </p:nvSpPr>
        <p:spPr>
          <a:xfrm>
            <a:off x="5806440" y="14173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Shape 8"/>
          <p:cNvSpPr/>
          <p:nvPr/>
        </p:nvSpPr>
        <p:spPr>
          <a:xfrm>
            <a:off x="731520" y="193860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9"/>
          <p:cNvSpPr/>
          <p:nvPr/>
        </p:nvSpPr>
        <p:spPr>
          <a:xfrm>
            <a:off x="804600" y="208476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Text 10"/>
          <p:cNvSpPr/>
          <p:nvPr/>
        </p:nvSpPr>
        <p:spPr>
          <a:xfrm>
            <a:off x="2011680" y="201168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Text 11"/>
          <p:cNvSpPr/>
          <p:nvPr/>
        </p:nvSpPr>
        <p:spPr>
          <a:xfrm>
            <a:off x="5806440" y="203004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Shape 12"/>
          <p:cNvSpPr/>
          <p:nvPr/>
        </p:nvSpPr>
        <p:spPr>
          <a:xfrm>
            <a:off x="731520" y="255132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13"/>
          <p:cNvSpPr/>
          <p:nvPr/>
        </p:nvSpPr>
        <p:spPr>
          <a:xfrm>
            <a:off x="804600" y="269748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Text 14"/>
          <p:cNvSpPr/>
          <p:nvPr/>
        </p:nvSpPr>
        <p:spPr>
          <a:xfrm>
            <a:off x="2011680" y="262440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5"/>
          <p:cNvSpPr/>
          <p:nvPr/>
        </p:nvSpPr>
        <p:spPr>
          <a:xfrm>
            <a:off x="5806440" y="264276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16"/>
          <p:cNvSpPr/>
          <p:nvPr/>
        </p:nvSpPr>
        <p:spPr>
          <a:xfrm>
            <a:off x="731520" y="3163680"/>
            <a:ext cx="1047240" cy="43452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Text 17"/>
          <p:cNvSpPr/>
          <p:nvPr/>
        </p:nvSpPr>
        <p:spPr>
          <a:xfrm>
            <a:off x="804600" y="3310200"/>
            <a:ext cx="8917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18"/>
          <p:cNvSpPr/>
          <p:nvPr/>
        </p:nvSpPr>
        <p:spPr>
          <a:xfrm>
            <a:off x="2011680" y="3237120"/>
            <a:ext cx="3653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Text 19"/>
          <p:cNvSpPr/>
          <p:nvPr/>
        </p:nvSpPr>
        <p:spPr>
          <a:xfrm>
            <a:off x="5806440" y="3255120"/>
            <a:ext cx="529920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4"/>
          <p:cNvSpPr/>
          <p:nvPr/>
        </p:nvSpPr>
        <p:spPr>
          <a:xfrm>
            <a:off x="68580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5"/>
          <p:cNvSpPr/>
          <p:nvPr/>
        </p:nvSpPr>
        <p:spPr>
          <a:xfrm>
            <a:off x="6419160" y="1334880"/>
            <a:ext cx="511632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6"/>
          <p:cNvSpPr/>
          <p:nvPr/>
        </p:nvSpPr>
        <p:spPr>
          <a:xfrm>
            <a:off x="68580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7"/>
          <p:cNvSpPr/>
          <p:nvPr/>
        </p:nvSpPr>
        <p:spPr>
          <a:xfrm>
            <a:off x="6419160" y="1737360"/>
            <a:ext cx="5207760" cy="447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8" name="Shape 0"/>
          <p:cNvSpPr/>
          <p:nvPr/>
        </p:nvSpPr>
        <p:spPr>
          <a:xfrm>
            <a:off x="0" y="0"/>
            <a:ext cx="12187440" cy="105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1"/>
          <p:cNvSpPr/>
          <p:nvPr/>
        </p:nvSpPr>
        <p:spPr>
          <a:xfrm>
            <a:off x="502920" y="6510600"/>
            <a:ext cx="4384800" cy="14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"/>
          <p:cNvSpPr/>
          <p:nvPr/>
        </p:nvSpPr>
        <p:spPr>
          <a:xfrm>
            <a:off x="567000" y="384120"/>
            <a:ext cx="109684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3"/>
          <p:cNvSpPr/>
          <p:nvPr/>
        </p:nvSpPr>
        <p:spPr>
          <a:xfrm>
            <a:off x="585360" y="868680"/>
            <a:ext cx="10694160" cy="25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Shape 4"/>
          <p:cNvSpPr/>
          <p:nvPr/>
        </p:nvSpPr>
        <p:spPr>
          <a:xfrm>
            <a:off x="50292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5"/>
          <p:cNvSpPr/>
          <p:nvPr/>
        </p:nvSpPr>
        <p:spPr>
          <a:xfrm>
            <a:off x="54864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Shape 6"/>
          <p:cNvSpPr/>
          <p:nvPr/>
        </p:nvSpPr>
        <p:spPr>
          <a:xfrm>
            <a:off x="17740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Shape 7"/>
          <p:cNvSpPr/>
          <p:nvPr/>
        </p:nvSpPr>
        <p:spPr>
          <a:xfrm>
            <a:off x="20026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8"/>
          <p:cNvSpPr/>
          <p:nvPr/>
        </p:nvSpPr>
        <p:spPr>
          <a:xfrm>
            <a:off x="20484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Shape 9"/>
          <p:cNvSpPr/>
          <p:nvPr/>
        </p:nvSpPr>
        <p:spPr>
          <a:xfrm>
            <a:off x="327348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Shape 10"/>
          <p:cNvSpPr/>
          <p:nvPr/>
        </p:nvSpPr>
        <p:spPr>
          <a:xfrm>
            <a:off x="350208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11"/>
          <p:cNvSpPr/>
          <p:nvPr/>
        </p:nvSpPr>
        <p:spPr>
          <a:xfrm>
            <a:off x="354780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Shape 12"/>
          <p:cNvSpPr/>
          <p:nvPr/>
        </p:nvSpPr>
        <p:spPr>
          <a:xfrm>
            <a:off x="47732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Shape 13"/>
          <p:cNvSpPr/>
          <p:nvPr/>
        </p:nvSpPr>
        <p:spPr>
          <a:xfrm>
            <a:off x="50018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Text 14"/>
          <p:cNvSpPr/>
          <p:nvPr/>
        </p:nvSpPr>
        <p:spPr>
          <a:xfrm>
            <a:off x="50475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Shape 15"/>
          <p:cNvSpPr/>
          <p:nvPr/>
        </p:nvSpPr>
        <p:spPr>
          <a:xfrm>
            <a:off x="627264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16"/>
          <p:cNvSpPr/>
          <p:nvPr/>
        </p:nvSpPr>
        <p:spPr>
          <a:xfrm>
            <a:off x="650124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5" name="Text 17"/>
          <p:cNvSpPr/>
          <p:nvPr/>
        </p:nvSpPr>
        <p:spPr>
          <a:xfrm>
            <a:off x="654696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Shape 18"/>
          <p:cNvSpPr/>
          <p:nvPr/>
        </p:nvSpPr>
        <p:spPr>
          <a:xfrm>
            <a:off x="777240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19"/>
          <p:cNvSpPr/>
          <p:nvPr/>
        </p:nvSpPr>
        <p:spPr>
          <a:xfrm>
            <a:off x="800100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Text 20"/>
          <p:cNvSpPr/>
          <p:nvPr/>
        </p:nvSpPr>
        <p:spPr>
          <a:xfrm>
            <a:off x="804672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Shape 21"/>
          <p:cNvSpPr/>
          <p:nvPr/>
        </p:nvSpPr>
        <p:spPr>
          <a:xfrm>
            <a:off x="9272160" y="2962800"/>
            <a:ext cx="160200" cy="196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280" tIns="45000" rIns="8028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22"/>
          <p:cNvSpPr/>
          <p:nvPr/>
        </p:nvSpPr>
        <p:spPr>
          <a:xfrm>
            <a:off x="9500760" y="2743200"/>
            <a:ext cx="1202760" cy="65412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Text 23"/>
          <p:cNvSpPr/>
          <p:nvPr/>
        </p:nvSpPr>
        <p:spPr>
          <a:xfrm>
            <a:off x="9546480" y="2962800"/>
            <a:ext cx="111132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494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2026-06-22T22:28:48Z</cp:lastPrinted>
  <dcterms:modified xsi:type="dcterms:W3CDTF">2026-06-22T23:05:02Z</dcterms:modified>
  <cp:revision>73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